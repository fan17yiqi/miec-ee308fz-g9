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sldIdLst>
    <p:sldId id="260" r:id="rId4"/>
    <p:sldId id="26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0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0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4" Type="http://schemas.openxmlformats.org/officeDocument/2006/relationships/tags" Target="../tags/tag73.xml"/><Relationship Id="rId13" Type="http://schemas.openxmlformats.org/officeDocument/2006/relationships/tags" Target="../tags/tag72.xml"/><Relationship Id="rId12" Type="http://schemas.openxmlformats.org/officeDocument/2006/relationships/tags" Target="../tags/tag71.xml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2" Type="http://schemas.openxmlformats.org/officeDocument/2006/relationships/tags" Target="../tags/tag104.xml"/><Relationship Id="rId21" Type="http://schemas.openxmlformats.org/officeDocument/2006/relationships/tags" Target="../tags/tag103.xml"/><Relationship Id="rId20" Type="http://schemas.openxmlformats.org/officeDocument/2006/relationships/tags" Target="../tags/tag102.xml"/><Relationship Id="rId2" Type="http://schemas.openxmlformats.org/officeDocument/2006/relationships/tags" Target="../tags/tag84.xml"/><Relationship Id="rId19" Type="http://schemas.openxmlformats.org/officeDocument/2006/relationships/tags" Target="../tags/tag101.xml"/><Relationship Id="rId18" Type="http://schemas.openxmlformats.org/officeDocument/2006/relationships/tags" Target="../tags/tag100.xml"/><Relationship Id="rId17" Type="http://schemas.openxmlformats.org/officeDocument/2006/relationships/tags" Target="../tags/tag99.xml"/><Relationship Id="rId16" Type="http://schemas.openxmlformats.org/officeDocument/2006/relationships/tags" Target="../tags/tag98.xml"/><Relationship Id="rId15" Type="http://schemas.openxmlformats.org/officeDocument/2006/relationships/tags" Target="../tags/tag97.xml"/><Relationship Id="rId14" Type="http://schemas.openxmlformats.org/officeDocument/2006/relationships/tags" Target="../tags/tag96.xml"/><Relationship Id="rId13" Type="http://schemas.openxmlformats.org/officeDocument/2006/relationships/tags" Target="../tags/tag95.xml"/><Relationship Id="rId12" Type="http://schemas.openxmlformats.org/officeDocument/2006/relationships/tags" Target="../tags/tag94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2" Type="http://schemas.openxmlformats.org/officeDocument/2006/relationships/tags" Target="../tags/tag115.xml"/><Relationship Id="rId11" Type="http://schemas.openxmlformats.org/officeDocument/2006/relationships/tags" Target="../tags/tag114.xml"/><Relationship Id="rId10" Type="http://schemas.openxmlformats.org/officeDocument/2006/relationships/tags" Target="../tags/tag113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4" Type="http://schemas.openxmlformats.org/officeDocument/2006/relationships/tags" Target="../tags/tag128.xml"/><Relationship Id="rId13" Type="http://schemas.openxmlformats.org/officeDocument/2006/relationships/tags" Target="../tags/tag127.xml"/><Relationship Id="rId12" Type="http://schemas.openxmlformats.org/officeDocument/2006/relationships/tags" Target="../tags/tag126.xml"/><Relationship Id="rId11" Type="http://schemas.openxmlformats.org/officeDocument/2006/relationships/tags" Target="../tags/tag125.xml"/><Relationship Id="rId10" Type="http://schemas.openxmlformats.org/officeDocument/2006/relationships/tags" Target="../tags/tag124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36.xml"/><Relationship Id="rId8" Type="http://schemas.openxmlformats.org/officeDocument/2006/relationships/tags" Target="../tags/tag135.xml"/><Relationship Id="rId7" Type="http://schemas.openxmlformats.org/officeDocument/2006/relationships/tags" Target="../tags/tag134.xml"/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1" Type="http://schemas.openxmlformats.org/officeDocument/2006/relationships/tags" Target="../tags/tag138.xml"/><Relationship Id="rId10" Type="http://schemas.openxmlformats.org/officeDocument/2006/relationships/tags" Target="../tags/tag137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46.xml"/><Relationship Id="rId8" Type="http://schemas.openxmlformats.org/officeDocument/2006/relationships/tags" Target="../tags/tag145.xml"/><Relationship Id="rId7" Type="http://schemas.openxmlformats.org/officeDocument/2006/relationships/tags" Target="../tags/tag144.xml"/><Relationship Id="rId6" Type="http://schemas.openxmlformats.org/officeDocument/2006/relationships/tags" Target="../tags/tag143.xml"/><Relationship Id="rId5" Type="http://schemas.openxmlformats.org/officeDocument/2006/relationships/tags" Target="../tags/tag142.xml"/><Relationship Id="rId4" Type="http://schemas.openxmlformats.org/officeDocument/2006/relationships/tags" Target="../tags/tag141.xml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54.xml"/><Relationship Id="rId8" Type="http://schemas.openxmlformats.org/officeDocument/2006/relationships/tags" Target="../tags/tag153.xml"/><Relationship Id="rId7" Type="http://schemas.openxmlformats.org/officeDocument/2006/relationships/tags" Target="../tags/tag152.xml"/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161.xml"/><Relationship Id="rId7" Type="http://schemas.openxmlformats.org/officeDocument/2006/relationships/tags" Target="../tags/tag160.xml"/><Relationship Id="rId6" Type="http://schemas.openxmlformats.org/officeDocument/2006/relationships/tags" Target="../tags/tag159.xml"/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69.xml"/><Relationship Id="rId8" Type="http://schemas.openxmlformats.org/officeDocument/2006/relationships/tags" Target="../tags/tag168.xml"/><Relationship Id="rId7" Type="http://schemas.openxmlformats.org/officeDocument/2006/relationships/tags" Target="../tags/tag167.xml"/><Relationship Id="rId6" Type="http://schemas.openxmlformats.org/officeDocument/2006/relationships/tags" Target="../tags/tag166.xml"/><Relationship Id="rId5" Type="http://schemas.openxmlformats.org/officeDocument/2006/relationships/tags" Target="../tags/tag165.xml"/><Relationship Id="rId4" Type="http://schemas.openxmlformats.org/officeDocument/2006/relationships/tags" Target="../tags/tag164.xml"/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0" Type="http://schemas.openxmlformats.org/officeDocument/2006/relationships/tags" Target="../tags/tag170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tags" Target="../tags/tag171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4" Type="http://schemas.openxmlformats.org/officeDocument/2006/relationships/tags" Target="../tags/tag174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4" Type="http://schemas.openxmlformats.org/officeDocument/2006/relationships/tags" Target="../tags/tag177.xml"/><Relationship Id="rId3" Type="http://schemas.openxmlformats.org/officeDocument/2006/relationships/tags" Target="../tags/tag176.xml"/><Relationship Id="rId2" Type="http://schemas.openxmlformats.org/officeDocument/2006/relationships/tags" Target="../tags/tag175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4" Type="http://schemas.openxmlformats.org/officeDocument/2006/relationships/tags" Target="../tags/tag180.xml"/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193.xml"/><Relationship Id="rId8" Type="http://schemas.openxmlformats.org/officeDocument/2006/relationships/tags" Target="../tags/tag192.xml"/><Relationship Id="rId7" Type="http://schemas.openxmlformats.org/officeDocument/2006/relationships/tags" Target="../tags/tag191.xml"/><Relationship Id="rId6" Type="http://schemas.openxmlformats.org/officeDocument/2006/relationships/tags" Target="../tags/tag190.xml"/><Relationship Id="rId5" Type="http://schemas.openxmlformats.org/officeDocument/2006/relationships/tags" Target="../tags/tag189.xml"/><Relationship Id="rId4" Type="http://schemas.openxmlformats.org/officeDocument/2006/relationships/tags" Target="../tags/tag188.xml"/><Relationship Id="rId3" Type="http://schemas.openxmlformats.org/officeDocument/2006/relationships/tags" Target="../tags/tag187.xml"/><Relationship Id="rId2" Type="http://schemas.openxmlformats.org/officeDocument/2006/relationships/tags" Target="../tags/tag186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201.xml"/><Relationship Id="rId8" Type="http://schemas.openxmlformats.org/officeDocument/2006/relationships/tags" Target="../tags/tag200.xml"/><Relationship Id="rId7" Type="http://schemas.openxmlformats.org/officeDocument/2006/relationships/tags" Target="../tags/tag199.xml"/><Relationship Id="rId6" Type="http://schemas.openxmlformats.org/officeDocument/2006/relationships/tags" Target="../tags/tag198.xml"/><Relationship Id="rId5" Type="http://schemas.openxmlformats.org/officeDocument/2006/relationships/tags" Target="../tags/tag197.xml"/><Relationship Id="rId4" Type="http://schemas.openxmlformats.org/officeDocument/2006/relationships/tags" Target="../tags/tag196.xml"/><Relationship Id="rId3" Type="http://schemas.openxmlformats.org/officeDocument/2006/relationships/tags" Target="../tags/tag195.xml"/><Relationship Id="rId2" Type="http://schemas.openxmlformats.org/officeDocument/2006/relationships/tags" Target="../tags/tag194.xml"/><Relationship Id="rId12" Type="http://schemas.openxmlformats.org/officeDocument/2006/relationships/tags" Target="../tags/tag204.xml"/><Relationship Id="rId11" Type="http://schemas.openxmlformats.org/officeDocument/2006/relationships/tags" Target="../tags/tag203.xml"/><Relationship Id="rId10" Type="http://schemas.openxmlformats.org/officeDocument/2006/relationships/tags" Target="../tags/tag202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212.xml"/><Relationship Id="rId8" Type="http://schemas.openxmlformats.org/officeDocument/2006/relationships/tags" Target="../tags/tag211.xml"/><Relationship Id="rId7" Type="http://schemas.openxmlformats.org/officeDocument/2006/relationships/tags" Target="../tags/tag210.xml"/><Relationship Id="rId6" Type="http://schemas.openxmlformats.org/officeDocument/2006/relationships/tags" Target="../tags/tag209.xml"/><Relationship Id="rId5" Type="http://schemas.openxmlformats.org/officeDocument/2006/relationships/tags" Target="../tags/tag208.xml"/><Relationship Id="rId4" Type="http://schemas.openxmlformats.org/officeDocument/2006/relationships/tags" Target="../tags/tag207.xml"/><Relationship Id="rId3" Type="http://schemas.openxmlformats.org/officeDocument/2006/relationships/tags" Target="../tags/tag206.xml"/><Relationship Id="rId2" Type="http://schemas.openxmlformats.org/officeDocument/2006/relationships/tags" Target="../tags/tag205.xml"/><Relationship Id="rId15" Type="http://schemas.openxmlformats.org/officeDocument/2006/relationships/tags" Target="../tags/tag218.xml"/><Relationship Id="rId14" Type="http://schemas.openxmlformats.org/officeDocument/2006/relationships/tags" Target="../tags/tag217.xml"/><Relationship Id="rId13" Type="http://schemas.openxmlformats.org/officeDocument/2006/relationships/tags" Target="../tags/tag216.xml"/><Relationship Id="rId12" Type="http://schemas.openxmlformats.org/officeDocument/2006/relationships/tags" Target="../tags/tag215.xml"/><Relationship Id="rId11" Type="http://schemas.openxmlformats.org/officeDocument/2006/relationships/tags" Target="../tags/tag214.xml"/><Relationship Id="rId10" Type="http://schemas.openxmlformats.org/officeDocument/2006/relationships/tags" Target="../tags/tag213.xml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6" Type="http://schemas.openxmlformats.org/officeDocument/2006/relationships/tags" Target="../tags/tag223.xml"/><Relationship Id="rId5" Type="http://schemas.openxmlformats.org/officeDocument/2006/relationships/tags" Target="../tags/tag222.xml"/><Relationship Id="rId4" Type="http://schemas.openxmlformats.org/officeDocument/2006/relationships/tags" Target="../tags/tag221.xml"/><Relationship Id="rId3" Type="http://schemas.openxmlformats.org/officeDocument/2006/relationships/tags" Target="../tags/tag220.xml"/><Relationship Id="rId2" Type="http://schemas.openxmlformats.org/officeDocument/2006/relationships/tags" Target="../tags/tag219.xml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" Type="http://schemas.openxmlformats.org/officeDocument/2006/relationships/tags" Target="../tags/tag238.xml"/><Relationship Id="rId7" Type="http://schemas.openxmlformats.org/officeDocument/2006/relationships/tags" Target="../tags/tag237.xml"/><Relationship Id="rId6" Type="http://schemas.openxmlformats.org/officeDocument/2006/relationships/tags" Target="../tags/tag236.xml"/><Relationship Id="rId5" Type="http://schemas.openxmlformats.org/officeDocument/2006/relationships/tags" Target="../tags/tag235.xml"/><Relationship Id="rId4" Type="http://schemas.openxmlformats.org/officeDocument/2006/relationships/tags" Target="../tags/tag234.xml"/><Relationship Id="rId3" Type="http://schemas.openxmlformats.org/officeDocument/2006/relationships/tags" Target="../tags/tag233.xml"/><Relationship Id="rId2" Type="http://schemas.openxmlformats.org/officeDocument/2006/relationships/tags" Target="../tags/tag232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250.xml"/><Relationship Id="rId8" Type="http://schemas.openxmlformats.org/officeDocument/2006/relationships/tags" Target="../tags/tag249.xml"/><Relationship Id="rId7" Type="http://schemas.openxmlformats.org/officeDocument/2006/relationships/tags" Target="../tags/tag248.xml"/><Relationship Id="rId6" Type="http://schemas.openxmlformats.org/officeDocument/2006/relationships/tags" Target="../tags/tag247.xml"/><Relationship Id="rId5" Type="http://schemas.openxmlformats.org/officeDocument/2006/relationships/tags" Target="../tags/tag246.xml"/><Relationship Id="rId4" Type="http://schemas.openxmlformats.org/officeDocument/2006/relationships/tags" Target="../tags/tag245.xml"/><Relationship Id="rId3" Type="http://schemas.openxmlformats.org/officeDocument/2006/relationships/tags" Target="../tags/tag244.xml"/><Relationship Id="rId2" Type="http://schemas.openxmlformats.org/officeDocument/2006/relationships/tags" Target="../tags/tag243.xml"/><Relationship Id="rId15" Type="http://schemas.openxmlformats.org/officeDocument/2006/relationships/tags" Target="../tags/tag256.xml"/><Relationship Id="rId14" Type="http://schemas.openxmlformats.org/officeDocument/2006/relationships/tags" Target="../tags/tag255.xml"/><Relationship Id="rId13" Type="http://schemas.openxmlformats.org/officeDocument/2006/relationships/tags" Target="../tags/tag254.xml"/><Relationship Id="rId12" Type="http://schemas.openxmlformats.org/officeDocument/2006/relationships/tags" Target="../tags/tag253.xml"/><Relationship Id="rId11" Type="http://schemas.openxmlformats.org/officeDocument/2006/relationships/tags" Target="../tags/tag252.xml"/><Relationship Id="rId10" Type="http://schemas.openxmlformats.org/officeDocument/2006/relationships/tags" Target="../tags/tag251.xml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tags" Target="../tags/tag264.xml"/><Relationship Id="rId8" Type="http://schemas.openxmlformats.org/officeDocument/2006/relationships/tags" Target="../tags/tag263.xml"/><Relationship Id="rId7" Type="http://schemas.openxmlformats.org/officeDocument/2006/relationships/tags" Target="../tags/tag262.xml"/><Relationship Id="rId6" Type="http://schemas.openxmlformats.org/officeDocument/2006/relationships/tags" Target="../tags/tag261.xml"/><Relationship Id="rId5" Type="http://schemas.openxmlformats.org/officeDocument/2006/relationships/tags" Target="../tags/tag260.xml"/><Relationship Id="rId4" Type="http://schemas.openxmlformats.org/officeDocument/2006/relationships/tags" Target="../tags/tag259.xml"/><Relationship Id="rId3" Type="http://schemas.openxmlformats.org/officeDocument/2006/relationships/tags" Target="../tags/tag258.xml"/><Relationship Id="rId2" Type="http://schemas.openxmlformats.org/officeDocument/2006/relationships/tags" Target="../tags/tag257.xml"/><Relationship Id="rId18" Type="http://schemas.openxmlformats.org/officeDocument/2006/relationships/tags" Target="../tags/tag273.xml"/><Relationship Id="rId17" Type="http://schemas.openxmlformats.org/officeDocument/2006/relationships/tags" Target="../tags/tag272.xml"/><Relationship Id="rId16" Type="http://schemas.openxmlformats.org/officeDocument/2006/relationships/tags" Target="../tags/tag271.xml"/><Relationship Id="rId15" Type="http://schemas.openxmlformats.org/officeDocument/2006/relationships/tags" Target="../tags/tag270.xml"/><Relationship Id="rId14" Type="http://schemas.openxmlformats.org/officeDocument/2006/relationships/tags" Target="../tags/tag269.xml"/><Relationship Id="rId13" Type="http://schemas.openxmlformats.org/officeDocument/2006/relationships/tags" Target="../tags/tag268.xml"/><Relationship Id="rId12" Type="http://schemas.openxmlformats.org/officeDocument/2006/relationships/tags" Target="../tags/tag267.xml"/><Relationship Id="rId11" Type="http://schemas.openxmlformats.org/officeDocument/2006/relationships/tags" Target="../tags/tag266.xml"/><Relationship Id="rId10" Type="http://schemas.openxmlformats.org/officeDocument/2006/relationships/tags" Target="../tags/tag265.xml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281.xml"/><Relationship Id="rId8" Type="http://schemas.openxmlformats.org/officeDocument/2006/relationships/tags" Target="../tags/tag280.xml"/><Relationship Id="rId7" Type="http://schemas.openxmlformats.org/officeDocument/2006/relationships/tags" Target="../tags/tag279.xml"/><Relationship Id="rId6" Type="http://schemas.openxmlformats.org/officeDocument/2006/relationships/tags" Target="../tags/tag278.xml"/><Relationship Id="rId5" Type="http://schemas.openxmlformats.org/officeDocument/2006/relationships/tags" Target="../tags/tag277.xml"/><Relationship Id="rId4" Type="http://schemas.openxmlformats.org/officeDocument/2006/relationships/tags" Target="../tags/tag276.xml"/><Relationship Id="rId3" Type="http://schemas.openxmlformats.org/officeDocument/2006/relationships/tags" Target="../tags/tag275.xml"/><Relationship Id="rId21" Type="http://schemas.openxmlformats.org/officeDocument/2006/relationships/tags" Target="../tags/tag293.xml"/><Relationship Id="rId20" Type="http://schemas.openxmlformats.org/officeDocument/2006/relationships/tags" Target="../tags/tag292.xml"/><Relationship Id="rId2" Type="http://schemas.openxmlformats.org/officeDocument/2006/relationships/tags" Target="../tags/tag274.xml"/><Relationship Id="rId19" Type="http://schemas.openxmlformats.org/officeDocument/2006/relationships/tags" Target="../tags/tag291.xml"/><Relationship Id="rId18" Type="http://schemas.openxmlformats.org/officeDocument/2006/relationships/tags" Target="../tags/tag290.xml"/><Relationship Id="rId17" Type="http://schemas.openxmlformats.org/officeDocument/2006/relationships/tags" Target="../tags/tag289.xml"/><Relationship Id="rId16" Type="http://schemas.openxmlformats.org/officeDocument/2006/relationships/tags" Target="../tags/tag288.xml"/><Relationship Id="rId15" Type="http://schemas.openxmlformats.org/officeDocument/2006/relationships/tags" Target="../tags/tag287.xml"/><Relationship Id="rId14" Type="http://schemas.openxmlformats.org/officeDocument/2006/relationships/tags" Target="../tags/tag286.xml"/><Relationship Id="rId13" Type="http://schemas.openxmlformats.org/officeDocument/2006/relationships/tags" Target="../tags/tag285.xml"/><Relationship Id="rId12" Type="http://schemas.openxmlformats.org/officeDocument/2006/relationships/tags" Target="../tags/tag284.xml"/><Relationship Id="rId11" Type="http://schemas.openxmlformats.org/officeDocument/2006/relationships/tags" Target="../tags/tag283.xml"/><Relationship Id="rId10" Type="http://schemas.openxmlformats.org/officeDocument/2006/relationships/tags" Target="../tags/tag282.xml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tags" Target="../tags/tag295.xml"/><Relationship Id="rId2" Type="http://schemas.openxmlformats.org/officeDocument/2006/relationships/tags" Target="../tags/tag294.xml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tags" Target="../tags/tag297.xml"/><Relationship Id="rId2" Type="http://schemas.openxmlformats.org/officeDocument/2006/relationships/tags" Target="../tags/tag296.xml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tags" Target="../tags/tag299.xml"/><Relationship Id="rId2" Type="http://schemas.openxmlformats.org/officeDocument/2006/relationships/tags" Target="../tags/tag298.xml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tags" Target="../tags/tag301.xml"/><Relationship Id="rId2" Type="http://schemas.openxmlformats.org/officeDocument/2006/relationships/tags" Target="../tags/tag300.xml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tags" Target="../tags/tag303.xml"/><Relationship Id="rId2" Type="http://schemas.openxmlformats.org/officeDocument/2006/relationships/tags" Target="../tags/tag302.xml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tags" Target="../tags/tag305.xml"/><Relationship Id="rId2" Type="http://schemas.openxmlformats.org/officeDocument/2006/relationships/tags" Target="../tags/tag30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-默认位置-并列-27_20_grou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9144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5" hasCustomPrompt="1"/>
            <p:custDataLst>
              <p:tags r:id="rId3"/>
            </p:custDataLst>
          </p:nvPr>
        </p:nvSpPr>
        <p:spPr>
          <a:xfrm>
            <a:off x="609600" y="19812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781050" y="21844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574800" y="18288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574800" y="22860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609600" y="36576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781050" y="38608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1574800" y="35052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1574800" y="39624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1"/>
            </p:custDataLst>
          </p:nvPr>
        </p:nvSpPr>
        <p:spPr>
          <a:xfrm>
            <a:off x="609600" y="53340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781050" y="55372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1574800" y="51816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1574800" y="56388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9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6096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1828800 h 2032000"/>
              <a:gd name="connisteX5" fmla="*/ 5130800 w 5334000"/>
              <a:gd name="connsiteY5" fmla="*/ 2032000 h 2032000"/>
              <a:gd name="connisteX6" fmla="*/ 203200 w 5334000"/>
              <a:gd name="connsiteY6" fmla="*/ 2032000 h 2032000"/>
              <a:gd name="connisteX7" fmla="*/ 0 w 5334000"/>
              <a:gd name="connsiteY7" fmla="*/ 1828800 h 2032000"/>
              <a:gd name="connisteX8" fmla="*/ 0 w 53340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1828800"/>
                </a:lnTo>
                <a:cubicBezTo>
                  <a:pt x="5334000" y="1941024"/>
                  <a:pt x="5243024" y="2032000"/>
                  <a:pt x="51308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38608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4419600"/>
            <a:ext cx="5334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内容占位符 14"/>
          <p:cNvSpPr>
            <a:spLocks noGrp="1"/>
          </p:cNvSpPr>
          <p:nvPr>
            <p:ph idx="16391" hasCustomPrompt="1"/>
            <p:custDataLst>
              <p:tags r:id="rId6"/>
            </p:custDataLst>
          </p:nvPr>
        </p:nvSpPr>
        <p:spPr>
          <a:xfrm>
            <a:off x="62484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1828800 h 2032000"/>
              <a:gd name="connisteX5" fmla="*/ 5130800 w 5334000"/>
              <a:gd name="connsiteY5" fmla="*/ 2032000 h 2032000"/>
              <a:gd name="connisteX6" fmla="*/ 203200 w 5334000"/>
              <a:gd name="connsiteY6" fmla="*/ 2032000 h 2032000"/>
              <a:gd name="connisteX7" fmla="*/ 0 w 5334000"/>
              <a:gd name="connsiteY7" fmla="*/ 1828800 h 2032000"/>
              <a:gd name="connisteX8" fmla="*/ 0 w 53340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1828800"/>
                </a:lnTo>
                <a:cubicBezTo>
                  <a:pt x="5334000" y="1941024"/>
                  <a:pt x="5243024" y="2032000"/>
                  <a:pt x="51308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6248400" y="38608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6248400" y="4419600"/>
            <a:ext cx="5334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8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3"/>
            </p:custDataLst>
          </p:nvPr>
        </p:nvSpPr>
        <p:spPr>
          <a:xfrm>
            <a:off x="6096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4"/>
            </p:custDataLst>
          </p:nvPr>
        </p:nvSpPr>
        <p:spPr>
          <a:xfrm>
            <a:off x="914400" y="1828800"/>
            <a:ext cx="4724400" cy="2133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4267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724400"/>
            <a:ext cx="472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2484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8"/>
            </p:custDataLst>
          </p:nvPr>
        </p:nvSpPr>
        <p:spPr>
          <a:xfrm>
            <a:off x="6553200" y="1828800"/>
            <a:ext cx="4724400" cy="2133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553200" y="4267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553200" y="4724400"/>
            <a:ext cx="472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1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31750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609600" y="609600"/>
            <a:ext cx="10972800" cy="2032000"/>
          </a:xfrm>
          <a:custGeom>
            <a:avLst/>
            <a:gdLst>
              <a:gd name="connisteX0" fmla="*/ 0 w 10972800"/>
              <a:gd name="connsiteY0" fmla="*/ 203200 h 2032000"/>
              <a:gd name="connisteX1" fmla="*/ 203200 w 10972800"/>
              <a:gd name="connsiteY1" fmla="*/ 0 h 2032000"/>
              <a:gd name="connisteX2" fmla="*/ 10769600 w 10972800"/>
              <a:gd name="connsiteY2" fmla="*/ 0 h 2032000"/>
              <a:gd name="connisteX3" fmla="*/ 10972800 w 10972800"/>
              <a:gd name="connsiteY3" fmla="*/ 203200 h 2032000"/>
              <a:gd name="connisteX4" fmla="*/ 10972800 w 10972800"/>
              <a:gd name="connsiteY4" fmla="*/ 1828800 h 2032000"/>
              <a:gd name="connisteX5" fmla="*/ 10769600 w 10972800"/>
              <a:gd name="connsiteY5" fmla="*/ 2032000 h 2032000"/>
              <a:gd name="connisteX6" fmla="*/ 203200 w 10972800"/>
              <a:gd name="connsiteY6" fmla="*/ 2032000 h 2032000"/>
              <a:gd name="connisteX7" fmla="*/ 0 w 10972800"/>
              <a:gd name="connsiteY7" fmla="*/ 1828800 h 2032000"/>
              <a:gd name="connisteX8" fmla="*/ 0 w 109728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828800"/>
                </a:lnTo>
                <a:cubicBezTo>
                  <a:pt x="10972800" y="1941024"/>
                  <a:pt x="10881824" y="2032000"/>
                  <a:pt x="107696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41656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4724400"/>
            <a:ext cx="5181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400800" y="41656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400800" y="4724400"/>
            <a:ext cx="5181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2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609600" y="3403600"/>
            <a:ext cx="10972800" cy="2844800"/>
          </a:xfrm>
          <a:custGeom>
            <a:avLst/>
            <a:gdLst>
              <a:gd name="connisteX0" fmla="*/ 0 w 10972800"/>
              <a:gd name="connsiteY0" fmla="*/ 203200 h 2844800"/>
              <a:gd name="connisteX1" fmla="*/ 203200 w 10972800"/>
              <a:gd name="connsiteY1" fmla="*/ 0 h 2844800"/>
              <a:gd name="connisteX2" fmla="*/ 10769600 w 10972800"/>
              <a:gd name="connsiteY2" fmla="*/ 0 h 2844800"/>
              <a:gd name="connisteX3" fmla="*/ 10972800 w 10972800"/>
              <a:gd name="connsiteY3" fmla="*/ 203200 h 2844800"/>
              <a:gd name="connisteX4" fmla="*/ 10972800 w 10972800"/>
              <a:gd name="connsiteY4" fmla="*/ 2641600 h 2844800"/>
              <a:gd name="connisteX5" fmla="*/ 10769600 w 10972800"/>
              <a:gd name="connsiteY5" fmla="*/ 2844800 h 2844800"/>
              <a:gd name="connisteX6" fmla="*/ 203200 w 10972800"/>
              <a:gd name="connsiteY6" fmla="*/ 2844800 h 2844800"/>
              <a:gd name="connisteX7" fmla="*/ 0 w 10972800"/>
              <a:gd name="connsiteY7" fmla="*/ 2641600 h 2844800"/>
              <a:gd name="connisteX8" fmla="*/ 0 w 10972800"/>
              <a:gd name="connsiteY8" fmla="*/ 203200 h 284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84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641600"/>
                </a:lnTo>
                <a:cubicBezTo>
                  <a:pt x="10972800" y="2753824"/>
                  <a:pt x="10881824" y="2844800"/>
                  <a:pt x="10769600" y="2844800"/>
                </a:cubicBezTo>
                <a:lnTo>
                  <a:pt x="203200" y="2844800"/>
                </a:lnTo>
                <a:cubicBezTo>
                  <a:pt x="90976" y="2844800"/>
                  <a:pt x="0" y="2753824"/>
                  <a:pt x="0" y="264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4"/>
            </p:custDataLst>
          </p:nvPr>
        </p:nvSpPr>
        <p:spPr>
          <a:xfrm>
            <a:off x="4648200" y="609600"/>
            <a:ext cx="50800" cy="2336800"/>
          </a:xfrm>
          <a:custGeom>
            <a:avLst/>
            <a:gdLst>
              <a:gd name="connisteX0" fmla="*/ 0 w 50800"/>
              <a:gd name="connsiteY0" fmla="*/ 25400 h 2336800"/>
              <a:gd name="connisteX1" fmla="*/ 25400 w 50800"/>
              <a:gd name="connsiteY1" fmla="*/ 0 h 2336800"/>
              <a:gd name="connisteX2" fmla="*/ 25400 w 50800"/>
              <a:gd name="connsiteY2" fmla="*/ 0 h 2336800"/>
              <a:gd name="connisteX3" fmla="*/ 50800 w 50800"/>
              <a:gd name="connsiteY3" fmla="*/ 25400 h 2336800"/>
              <a:gd name="connisteX4" fmla="*/ 50800 w 50800"/>
              <a:gd name="connsiteY4" fmla="*/ 2311400 h 2336800"/>
              <a:gd name="connisteX5" fmla="*/ 25400 w 50800"/>
              <a:gd name="connsiteY5" fmla="*/ 2336800 h 2336800"/>
              <a:gd name="connisteX6" fmla="*/ 25400 w 50800"/>
              <a:gd name="connsiteY6" fmla="*/ 2336800 h 2336800"/>
              <a:gd name="connisteX7" fmla="*/ 0 w 50800"/>
              <a:gd name="connsiteY7" fmla="*/ 2311400 h 2336800"/>
              <a:gd name="connisteX8" fmla="*/ 0 w 50800"/>
              <a:gd name="connsiteY8" fmla="*/ 254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3368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311400"/>
                </a:lnTo>
                <a:cubicBezTo>
                  <a:pt x="50800" y="2325428"/>
                  <a:pt x="39428" y="2336800"/>
                  <a:pt x="25400" y="2336800"/>
                </a:cubicBezTo>
                <a:lnTo>
                  <a:pt x="25400" y="2336800"/>
                </a:lnTo>
                <a:cubicBezTo>
                  <a:pt x="11372" y="2336800"/>
                  <a:pt x="0" y="2325428"/>
                  <a:pt x="0" y="23114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4800600" y="6096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4800600" y="1117600"/>
            <a:ext cx="30099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8420100" y="609600"/>
            <a:ext cx="50800" cy="2336800"/>
          </a:xfrm>
          <a:custGeom>
            <a:avLst/>
            <a:gdLst>
              <a:gd name="connisteX0" fmla="*/ 0 w 50800"/>
              <a:gd name="connsiteY0" fmla="*/ 25400 h 2336800"/>
              <a:gd name="connisteX1" fmla="*/ 25400 w 50800"/>
              <a:gd name="connsiteY1" fmla="*/ 0 h 2336800"/>
              <a:gd name="connisteX2" fmla="*/ 25400 w 50800"/>
              <a:gd name="connsiteY2" fmla="*/ 0 h 2336800"/>
              <a:gd name="connisteX3" fmla="*/ 50800 w 50800"/>
              <a:gd name="connsiteY3" fmla="*/ 25400 h 2336800"/>
              <a:gd name="connisteX4" fmla="*/ 50800 w 50800"/>
              <a:gd name="connsiteY4" fmla="*/ 2311400 h 2336800"/>
              <a:gd name="connisteX5" fmla="*/ 25400 w 50800"/>
              <a:gd name="connsiteY5" fmla="*/ 2336800 h 2336800"/>
              <a:gd name="connisteX6" fmla="*/ 25400 w 50800"/>
              <a:gd name="connsiteY6" fmla="*/ 2336800 h 2336800"/>
              <a:gd name="connisteX7" fmla="*/ 0 w 50800"/>
              <a:gd name="connsiteY7" fmla="*/ 2311400 h 2336800"/>
              <a:gd name="connisteX8" fmla="*/ 0 w 50800"/>
              <a:gd name="connsiteY8" fmla="*/ 254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3368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311400"/>
                </a:lnTo>
                <a:cubicBezTo>
                  <a:pt x="50800" y="2325428"/>
                  <a:pt x="39428" y="2336800"/>
                  <a:pt x="25400" y="2336800"/>
                </a:cubicBezTo>
                <a:lnTo>
                  <a:pt x="25400" y="2336800"/>
                </a:lnTo>
                <a:cubicBezTo>
                  <a:pt x="11372" y="2336800"/>
                  <a:pt x="0" y="2325428"/>
                  <a:pt x="0" y="23114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8572500" y="6096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8572500" y="1117600"/>
            <a:ext cx="30099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3"/>
            </p:custDataLst>
          </p:nvPr>
        </p:nvSpPr>
        <p:spPr>
          <a:xfrm>
            <a:off x="609600" y="3556000"/>
            <a:ext cx="5334000" cy="2692400"/>
          </a:xfrm>
          <a:custGeom>
            <a:avLst/>
            <a:gdLst>
              <a:gd name="connisteX0" fmla="*/ 0 w 5334000"/>
              <a:gd name="connsiteY0" fmla="*/ 0 h 2692400"/>
              <a:gd name="connisteX1" fmla="*/ 5334000 w 5334000"/>
              <a:gd name="connsiteY1" fmla="*/ 0 h 2692400"/>
              <a:gd name="connisteX2" fmla="*/ 5334000 w 5334000"/>
              <a:gd name="connsiteY2" fmla="*/ 2489200 h 2692400"/>
              <a:gd name="connisteX3" fmla="*/ 5130800 w 5334000"/>
              <a:gd name="connsiteY3" fmla="*/ 2692400 h 2692400"/>
              <a:gd name="connisteX4" fmla="*/ 203200 w 5334000"/>
              <a:gd name="connsiteY4" fmla="*/ 2692400 h 2692400"/>
              <a:gd name="connisteX5" fmla="*/ 0 w 5334000"/>
              <a:gd name="connsiteY5" fmla="*/ 2489200 h 2692400"/>
              <a:gd name="connisteX6" fmla="*/ 0 w 53340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92400">
                <a:moveTo>
                  <a:pt x="0" y="0"/>
                </a:moveTo>
                <a:lnTo>
                  <a:pt x="5334000" y="0"/>
                </a:lnTo>
                <a:lnTo>
                  <a:pt x="5334000" y="2489200"/>
                </a:lnTo>
                <a:cubicBezTo>
                  <a:pt x="5334000" y="2601424"/>
                  <a:pt x="5243024" y="2692400"/>
                  <a:pt x="51308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4"/>
            </p:custDataLst>
          </p:nvPr>
        </p:nvSpPr>
        <p:spPr>
          <a:xfrm>
            <a:off x="6096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3759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2164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248400" y="1524000"/>
            <a:ext cx="5334000" cy="2692400"/>
          </a:xfrm>
          <a:custGeom>
            <a:avLst/>
            <a:gdLst>
              <a:gd name="connisteX0" fmla="*/ 0 w 5334000"/>
              <a:gd name="connsiteY0" fmla="*/ 203200 h 2692400"/>
              <a:gd name="connisteX1" fmla="*/ 203200 w 5334000"/>
              <a:gd name="connsiteY1" fmla="*/ 0 h 2692400"/>
              <a:gd name="connisteX2" fmla="*/ 5130800 w 5334000"/>
              <a:gd name="connsiteY2" fmla="*/ 0 h 2692400"/>
              <a:gd name="connisteX3" fmla="*/ 5334000 w 5334000"/>
              <a:gd name="connsiteY3" fmla="*/ 203200 h 2692400"/>
              <a:gd name="connisteX4" fmla="*/ 5334000 w 5334000"/>
              <a:gd name="connsiteY4" fmla="*/ 2692400 h 2692400"/>
              <a:gd name="connisteX5" fmla="*/ 0 w 5334000"/>
              <a:gd name="connsiteY5" fmla="*/ 2692400 h 2692400"/>
              <a:gd name="connisteX6" fmla="*/ 0 w 5334000"/>
              <a:gd name="connsiteY6" fmla="*/ 20320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92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692400"/>
                </a:lnTo>
                <a:lnTo>
                  <a:pt x="0" y="26924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8"/>
            </p:custDataLst>
          </p:nvPr>
        </p:nvSpPr>
        <p:spPr>
          <a:xfrm>
            <a:off x="6248400" y="4216400"/>
            <a:ext cx="5334000" cy="2032000"/>
          </a:xfrm>
          <a:custGeom>
            <a:avLst/>
            <a:gdLst>
              <a:gd name="connisteX0" fmla="*/ 0 w 5334000"/>
              <a:gd name="connsiteY0" fmla="*/ 0 h 2032000"/>
              <a:gd name="connisteX1" fmla="*/ 5334000 w 5334000"/>
              <a:gd name="connsiteY1" fmla="*/ 0 h 2032000"/>
              <a:gd name="connisteX2" fmla="*/ 5334000 w 5334000"/>
              <a:gd name="connsiteY2" fmla="*/ 1828800 h 2032000"/>
              <a:gd name="connisteX3" fmla="*/ 5130800 w 5334000"/>
              <a:gd name="connsiteY3" fmla="*/ 2032000 h 2032000"/>
              <a:gd name="connisteX4" fmla="*/ 203200 w 5334000"/>
              <a:gd name="connsiteY4" fmla="*/ 2032000 h 2032000"/>
              <a:gd name="connisteX5" fmla="*/ 0 w 5334000"/>
              <a:gd name="connsiteY5" fmla="*/ 1828800 h 2032000"/>
              <a:gd name="connisteX6" fmla="*/ 0 w 5334000"/>
              <a:gd name="connsiteY6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0"/>
                </a:moveTo>
                <a:lnTo>
                  <a:pt x="5334000" y="0"/>
                </a:lnTo>
                <a:lnTo>
                  <a:pt x="5334000" y="1828800"/>
                </a:lnTo>
                <a:cubicBezTo>
                  <a:pt x="5334000" y="1941024"/>
                  <a:pt x="5243024" y="2032000"/>
                  <a:pt x="51308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553200" y="1727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553200" y="21844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609600" y="1524000"/>
            <a:ext cx="10972800" cy="2540000"/>
          </a:xfrm>
          <a:custGeom>
            <a:avLst/>
            <a:gdLst>
              <a:gd name="connisteX0" fmla="*/ 0 w 10972800"/>
              <a:gd name="connsiteY0" fmla="*/ 203200 h 2540000"/>
              <a:gd name="connisteX1" fmla="*/ 203200 w 10972800"/>
              <a:gd name="connsiteY1" fmla="*/ 0 h 2540000"/>
              <a:gd name="connisteX2" fmla="*/ 10769600 w 10972800"/>
              <a:gd name="connsiteY2" fmla="*/ 0 h 2540000"/>
              <a:gd name="connisteX3" fmla="*/ 10972800 w 10972800"/>
              <a:gd name="connsiteY3" fmla="*/ 203200 h 2540000"/>
              <a:gd name="connisteX4" fmla="*/ 10972800 w 10972800"/>
              <a:gd name="connsiteY4" fmla="*/ 2336800 h 2540000"/>
              <a:gd name="connisteX5" fmla="*/ 10769600 w 10972800"/>
              <a:gd name="connsiteY5" fmla="*/ 2540000 h 2540000"/>
              <a:gd name="connisteX6" fmla="*/ 203200 w 10972800"/>
              <a:gd name="connsiteY6" fmla="*/ 2540000 h 2540000"/>
              <a:gd name="connisteX7" fmla="*/ 0 w 10972800"/>
              <a:gd name="connsiteY7" fmla="*/ 2336800 h 2540000"/>
              <a:gd name="connisteX8" fmla="*/ 0 w 109728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336800"/>
                </a:lnTo>
                <a:cubicBezTo>
                  <a:pt x="10972800" y="2449024"/>
                  <a:pt x="10881824" y="2540000"/>
                  <a:pt x="107696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4"/>
            </p:custDataLst>
          </p:nvPr>
        </p:nvSpPr>
        <p:spPr>
          <a:xfrm>
            <a:off x="6096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45212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5029200"/>
            <a:ext cx="5029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4008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6553200" y="45212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6553200" y="5029200"/>
            <a:ext cx="5029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9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5" hasCustomPrompt="1"/>
            <p:custDataLst>
              <p:tags r:id="rId3"/>
            </p:custDataLst>
          </p:nvPr>
        </p:nvSpPr>
        <p:spPr>
          <a:xfrm>
            <a:off x="1778000" y="21336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1962150" y="23622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609600" y="3302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609600" y="38100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5638800" y="21336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5822950" y="23622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470400" y="3302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4470400" y="38100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1"/>
            </p:custDataLst>
          </p:nvPr>
        </p:nvSpPr>
        <p:spPr>
          <a:xfrm>
            <a:off x="9499600" y="21336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9683750" y="23622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8331200" y="3302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8331200" y="38100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左-默认位置-并列-35_20_grou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3"/>
            </p:custDataLst>
          </p:nvPr>
        </p:nvSpPr>
        <p:spPr>
          <a:xfrm>
            <a:off x="622300" y="17018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2133600" y="16510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2133600" y="21590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622300" y="33782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2133600" y="33274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2133600" y="38354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622300" y="50546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2133600" y="50038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3" hasCustomPrompt="1"/>
            <p:custDataLst>
              <p:tags r:id="rId11"/>
            </p:custDataLst>
          </p:nvPr>
        </p:nvSpPr>
        <p:spPr>
          <a:xfrm>
            <a:off x="2133600" y="55118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叠-颜色错位-并列-32_34_grou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5" hasCustomPrompt="1"/>
            <p:custDataLst>
              <p:tags r:id="rId3"/>
            </p:custDataLst>
          </p:nvPr>
        </p:nvSpPr>
        <p:spPr>
          <a:xfrm>
            <a:off x="6096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6" hasCustomPrompt="1"/>
            <p:custDataLst>
              <p:tags r:id="rId4"/>
            </p:custDataLst>
          </p:nvPr>
        </p:nvSpPr>
        <p:spPr>
          <a:xfrm>
            <a:off x="914400" y="17653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4" hasCustomPrompt="1"/>
            <p:custDataLst>
              <p:tags r:id="rId5"/>
            </p:custDataLst>
          </p:nvPr>
        </p:nvSpPr>
        <p:spPr>
          <a:xfrm>
            <a:off x="1127760" y="19786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2082800" y="17653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2082800" y="2273300"/>
            <a:ext cx="355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8"/>
            </p:custDataLst>
          </p:nvPr>
        </p:nvSpPr>
        <p:spPr>
          <a:xfrm>
            <a:off x="62484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9" hasCustomPrompt="1"/>
            <p:custDataLst>
              <p:tags r:id="rId9"/>
            </p:custDataLst>
          </p:nvPr>
        </p:nvSpPr>
        <p:spPr>
          <a:xfrm>
            <a:off x="6553200" y="17653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图片占位符 18"/>
          <p:cNvSpPr>
            <a:spLocks noGrp="1"/>
          </p:cNvSpPr>
          <p:nvPr>
            <p:ph type="pic" idx="16397" hasCustomPrompt="1"/>
            <p:custDataLst>
              <p:tags r:id="rId10"/>
            </p:custDataLst>
          </p:nvPr>
        </p:nvSpPr>
        <p:spPr>
          <a:xfrm>
            <a:off x="6766560" y="19786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7721600" y="17653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721600" y="2273300"/>
            <a:ext cx="355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401" hasCustomPrompt="1"/>
            <p:custDataLst>
              <p:tags r:id="rId13"/>
            </p:custDataLst>
          </p:nvPr>
        </p:nvSpPr>
        <p:spPr>
          <a:xfrm>
            <a:off x="6096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2" hasCustomPrompt="1"/>
            <p:custDataLst>
              <p:tags r:id="rId14"/>
            </p:custDataLst>
          </p:nvPr>
        </p:nvSpPr>
        <p:spPr>
          <a:xfrm>
            <a:off x="914400" y="42799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图片占位符 23"/>
          <p:cNvSpPr>
            <a:spLocks noGrp="1"/>
          </p:cNvSpPr>
          <p:nvPr>
            <p:ph type="pic" idx="16400" hasCustomPrompt="1"/>
            <p:custDataLst>
              <p:tags r:id="rId15"/>
            </p:custDataLst>
          </p:nvPr>
        </p:nvSpPr>
        <p:spPr>
          <a:xfrm>
            <a:off x="1127760" y="44932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2082800" y="42799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2082800" y="4787900"/>
            <a:ext cx="355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7" name="装饰  6"/>
          <p:cNvSpPr>
            <a:spLocks noGrp="1"/>
          </p:cNvSpPr>
          <p:nvPr>
            <p:ph type="body" idx="16404" hasCustomPrompt="1"/>
            <p:custDataLst>
              <p:tags r:id="rId18"/>
            </p:custDataLst>
          </p:nvPr>
        </p:nvSpPr>
        <p:spPr>
          <a:xfrm>
            <a:off x="62484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8" name="装饰  7"/>
          <p:cNvSpPr>
            <a:spLocks noGrp="1"/>
          </p:cNvSpPr>
          <p:nvPr>
            <p:ph type="body" idx="16405" hasCustomPrompt="1"/>
            <p:custDataLst>
              <p:tags r:id="rId19"/>
            </p:custDataLst>
          </p:nvPr>
        </p:nvSpPr>
        <p:spPr>
          <a:xfrm>
            <a:off x="6553200" y="42799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9" name="图片占位符 28"/>
          <p:cNvSpPr>
            <a:spLocks noGrp="1"/>
          </p:cNvSpPr>
          <p:nvPr>
            <p:ph type="pic" idx="16403" hasCustomPrompt="1"/>
            <p:custDataLst>
              <p:tags r:id="rId20"/>
            </p:custDataLst>
          </p:nvPr>
        </p:nvSpPr>
        <p:spPr>
          <a:xfrm>
            <a:off x="6766560" y="44932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16392" hasCustomPrompt="1"/>
            <p:custDataLst>
              <p:tags r:id="rId21"/>
            </p:custDataLst>
          </p:nvPr>
        </p:nvSpPr>
        <p:spPr>
          <a:xfrm>
            <a:off x="7721600" y="42799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1" name="文本占位符 30"/>
          <p:cNvSpPr>
            <a:spLocks noGrp="1"/>
          </p:cNvSpPr>
          <p:nvPr>
            <p:ph type="body" idx="16393" hasCustomPrompt="1"/>
            <p:custDataLst>
              <p:tags r:id="rId22"/>
            </p:custDataLst>
          </p:nvPr>
        </p:nvSpPr>
        <p:spPr>
          <a:xfrm>
            <a:off x="7721600" y="4787900"/>
            <a:ext cx="355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157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609600" y="2133600"/>
            <a:ext cx="3352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4419600" y="157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4419600" y="2133600"/>
            <a:ext cx="3352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8229600" y="157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8229600" y="2133600"/>
            <a:ext cx="3352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2" hasCustomPrompt="1"/>
            <p:custDataLst>
              <p:tags r:id="rId9"/>
            </p:custDataLst>
          </p:nvPr>
        </p:nvSpPr>
        <p:spPr>
          <a:xfrm>
            <a:off x="609600" y="411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609600" y="4673600"/>
            <a:ext cx="3352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4" hasCustomPrompt="1"/>
            <p:custDataLst>
              <p:tags r:id="rId11"/>
            </p:custDataLst>
          </p:nvPr>
        </p:nvSpPr>
        <p:spPr>
          <a:xfrm>
            <a:off x="4419600" y="411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5" hasCustomPrompt="1"/>
            <p:custDataLst>
              <p:tags r:id="rId12"/>
            </p:custDataLst>
          </p:nvPr>
        </p:nvSpPr>
        <p:spPr>
          <a:xfrm>
            <a:off x="4419600" y="4673600"/>
            <a:ext cx="3352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4775200"/>
            <a:ext cx="3454400" cy="1473200"/>
          </a:xfrm>
          <a:custGeom>
            <a:avLst/>
            <a:gdLst>
              <a:gd name="connisteX0" fmla="*/ 0 w 3454400"/>
              <a:gd name="connsiteY0" fmla="*/ 0 h 1473200"/>
              <a:gd name="connisteX1" fmla="*/ 3454400 w 3454400"/>
              <a:gd name="connsiteY1" fmla="*/ 0 h 1473200"/>
              <a:gd name="connisteX2" fmla="*/ 3454400 w 3454400"/>
              <a:gd name="connsiteY2" fmla="*/ 1270000 h 1473200"/>
              <a:gd name="connisteX3" fmla="*/ 3251200 w 3454400"/>
              <a:gd name="connsiteY3" fmla="*/ 1473200 h 1473200"/>
              <a:gd name="connisteX4" fmla="*/ 203200 w 3454400"/>
              <a:gd name="connsiteY4" fmla="*/ 1473200 h 1473200"/>
              <a:gd name="connisteX5" fmla="*/ 0 w 3454400"/>
              <a:gd name="connsiteY5" fmla="*/ 1270000 h 1473200"/>
              <a:gd name="connisteX6" fmla="*/ 0 w 3454400"/>
              <a:gd name="connsiteY6" fmla="*/ 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1473200">
                <a:moveTo>
                  <a:pt x="0" y="0"/>
                </a:moveTo>
                <a:lnTo>
                  <a:pt x="3454400" y="0"/>
                </a:lnTo>
                <a:lnTo>
                  <a:pt x="3454400" y="1270000"/>
                </a:lnTo>
                <a:cubicBezTo>
                  <a:pt x="3454400" y="1382224"/>
                  <a:pt x="3363424" y="1473200"/>
                  <a:pt x="32512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609600" y="1524000"/>
            <a:ext cx="3454400" cy="3251200"/>
          </a:xfrm>
          <a:custGeom>
            <a:avLst/>
            <a:gdLst>
              <a:gd name="connisteX0" fmla="*/ 0 w 3454400"/>
              <a:gd name="connsiteY0" fmla="*/ 203200 h 3251200"/>
              <a:gd name="connisteX1" fmla="*/ 203200 w 3454400"/>
              <a:gd name="connsiteY1" fmla="*/ 0 h 3251200"/>
              <a:gd name="connisteX2" fmla="*/ 3251200 w 3454400"/>
              <a:gd name="connsiteY2" fmla="*/ 0 h 3251200"/>
              <a:gd name="connisteX3" fmla="*/ 3454400 w 3454400"/>
              <a:gd name="connsiteY3" fmla="*/ 203200 h 3251200"/>
              <a:gd name="connisteX4" fmla="*/ 3454400 w 3454400"/>
              <a:gd name="connsiteY4" fmla="*/ 3251200 h 3251200"/>
              <a:gd name="connisteX5" fmla="*/ 0 w 3454400"/>
              <a:gd name="connsiteY5" fmla="*/ 3251200 h 3251200"/>
              <a:gd name="connisteX6" fmla="*/ 0 w 3454400"/>
              <a:gd name="connsiteY6" fmla="*/ 20320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3251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251200"/>
                </a:lnTo>
                <a:lnTo>
                  <a:pt x="0" y="32512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5080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5638800"/>
            <a:ext cx="28448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4775200"/>
            <a:ext cx="3454400" cy="1473200"/>
          </a:xfrm>
          <a:custGeom>
            <a:avLst/>
            <a:gdLst>
              <a:gd name="connisteX0" fmla="*/ 0 w 3454400"/>
              <a:gd name="connsiteY0" fmla="*/ 0 h 1473200"/>
              <a:gd name="connisteX1" fmla="*/ 3454400 w 3454400"/>
              <a:gd name="connsiteY1" fmla="*/ 0 h 1473200"/>
              <a:gd name="connisteX2" fmla="*/ 3454400 w 3454400"/>
              <a:gd name="connsiteY2" fmla="*/ 1270000 h 1473200"/>
              <a:gd name="connisteX3" fmla="*/ 3251200 w 3454400"/>
              <a:gd name="connsiteY3" fmla="*/ 1473200 h 1473200"/>
              <a:gd name="connisteX4" fmla="*/ 203200 w 3454400"/>
              <a:gd name="connsiteY4" fmla="*/ 1473200 h 1473200"/>
              <a:gd name="connisteX5" fmla="*/ 0 w 3454400"/>
              <a:gd name="connsiteY5" fmla="*/ 1270000 h 1473200"/>
              <a:gd name="connisteX6" fmla="*/ 0 w 3454400"/>
              <a:gd name="connsiteY6" fmla="*/ 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1473200">
                <a:moveTo>
                  <a:pt x="0" y="0"/>
                </a:moveTo>
                <a:lnTo>
                  <a:pt x="3454400" y="0"/>
                </a:lnTo>
                <a:lnTo>
                  <a:pt x="3454400" y="1270000"/>
                </a:lnTo>
                <a:cubicBezTo>
                  <a:pt x="3454400" y="1382224"/>
                  <a:pt x="3363424" y="1473200"/>
                  <a:pt x="32512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368800" y="1524000"/>
            <a:ext cx="3454400" cy="3251200"/>
          </a:xfrm>
          <a:custGeom>
            <a:avLst/>
            <a:gdLst>
              <a:gd name="connisteX0" fmla="*/ 0 w 3454400"/>
              <a:gd name="connsiteY0" fmla="*/ 203200 h 3251200"/>
              <a:gd name="connisteX1" fmla="*/ 203200 w 3454400"/>
              <a:gd name="connsiteY1" fmla="*/ 0 h 3251200"/>
              <a:gd name="connisteX2" fmla="*/ 3251200 w 3454400"/>
              <a:gd name="connsiteY2" fmla="*/ 0 h 3251200"/>
              <a:gd name="connisteX3" fmla="*/ 3454400 w 3454400"/>
              <a:gd name="connsiteY3" fmla="*/ 203200 h 3251200"/>
              <a:gd name="connisteX4" fmla="*/ 3454400 w 3454400"/>
              <a:gd name="connsiteY4" fmla="*/ 3251200 h 3251200"/>
              <a:gd name="connisteX5" fmla="*/ 0 w 3454400"/>
              <a:gd name="connsiteY5" fmla="*/ 3251200 h 3251200"/>
              <a:gd name="connisteX6" fmla="*/ 0 w 3454400"/>
              <a:gd name="connsiteY6" fmla="*/ 20320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3251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251200"/>
                </a:lnTo>
                <a:lnTo>
                  <a:pt x="0" y="32512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5080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5638800"/>
            <a:ext cx="28448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4775200"/>
            <a:ext cx="3454400" cy="1473200"/>
          </a:xfrm>
          <a:custGeom>
            <a:avLst/>
            <a:gdLst>
              <a:gd name="connisteX0" fmla="*/ 0 w 3454400"/>
              <a:gd name="connsiteY0" fmla="*/ 0 h 1473200"/>
              <a:gd name="connisteX1" fmla="*/ 3454400 w 3454400"/>
              <a:gd name="connsiteY1" fmla="*/ 0 h 1473200"/>
              <a:gd name="connisteX2" fmla="*/ 3454400 w 3454400"/>
              <a:gd name="connsiteY2" fmla="*/ 1270000 h 1473200"/>
              <a:gd name="connisteX3" fmla="*/ 3251200 w 3454400"/>
              <a:gd name="connsiteY3" fmla="*/ 1473200 h 1473200"/>
              <a:gd name="connisteX4" fmla="*/ 203200 w 3454400"/>
              <a:gd name="connsiteY4" fmla="*/ 1473200 h 1473200"/>
              <a:gd name="connisteX5" fmla="*/ 0 w 3454400"/>
              <a:gd name="connsiteY5" fmla="*/ 1270000 h 1473200"/>
              <a:gd name="connisteX6" fmla="*/ 0 w 3454400"/>
              <a:gd name="connsiteY6" fmla="*/ 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1473200">
                <a:moveTo>
                  <a:pt x="0" y="0"/>
                </a:moveTo>
                <a:lnTo>
                  <a:pt x="3454400" y="0"/>
                </a:lnTo>
                <a:lnTo>
                  <a:pt x="3454400" y="1270000"/>
                </a:lnTo>
                <a:cubicBezTo>
                  <a:pt x="3454400" y="1382224"/>
                  <a:pt x="3363424" y="1473200"/>
                  <a:pt x="32512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128000" y="1524000"/>
            <a:ext cx="3454400" cy="3251200"/>
          </a:xfrm>
          <a:custGeom>
            <a:avLst/>
            <a:gdLst>
              <a:gd name="connisteX0" fmla="*/ 0 w 3454400"/>
              <a:gd name="connsiteY0" fmla="*/ 203200 h 3251200"/>
              <a:gd name="connisteX1" fmla="*/ 203200 w 3454400"/>
              <a:gd name="connsiteY1" fmla="*/ 0 h 3251200"/>
              <a:gd name="connisteX2" fmla="*/ 3251200 w 3454400"/>
              <a:gd name="connsiteY2" fmla="*/ 0 h 3251200"/>
              <a:gd name="connisteX3" fmla="*/ 3454400 w 3454400"/>
              <a:gd name="connsiteY3" fmla="*/ 203200 h 3251200"/>
              <a:gd name="connisteX4" fmla="*/ 3454400 w 3454400"/>
              <a:gd name="connsiteY4" fmla="*/ 3251200 h 3251200"/>
              <a:gd name="connisteX5" fmla="*/ 0 w 3454400"/>
              <a:gd name="connsiteY5" fmla="*/ 3251200 h 3251200"/>
              <a:gd name="connisteX6" fmla="*/ 0 w 3454400"/>
              <a:gd name="connsiteY6" fmla="*/ 20320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3251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251200"/>
                </a:lnTo>
                <a:lnTo>
                  <a:pt x="0" y="32512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5080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5638800"/>
            <a:ext cx="28448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4_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idx="16392" hasCustomPrompt="1"/>
            <p:custDataLst>
              <p:tags r:id="rId3"/>
            </p:custDataLst>
          </p:nvPr>
        </p:nvSpPr>
        <p:spPr>
          <a:xfrm>
            <a:off x="1168400" y="1905000"/>
            <a:ext cx="2133600" cy="2133600"/>
          </a:xfrm>
          <a:custGeom>
            <a:avLst/>
            <a:gdLst>
              <a:gd name="connisteX0" fmla="*/ 0 w 2133600"/>
              <a:gd name="connsiteY0" fmla="*/ 1066800 h 2133600"/>
              <a:gd name="connisteX1" fmla="*/ 1066800 w 2133600"/>
              <a:gd name="connsiteY1" fmla="*/ 0 h 2133600"/>
              <a:gd name="connisteX2" fmla="*/ 1066800 w 2133600"/>
              <a:gd name="connsiteY2" fmla="*/ 0 h 2133600"/>
              <a:gd name="connisteX3" fmla="*/ 2133600 w 2133600"/>
              <a:gd name="connsiteY3" fmla="*/ 1066800 h 2133600"/>
              <a:gd name="connisteX4" fmla="*/ 2133600 w 2133600"/>
              <a:gd name="connsiteY4" fmla="*/ 1066800 h 2133600"/>
              <a:gd name="connisteX5" fmla="*/ 1066800 w 2133600"/>
              <a:gd name="connsiteY5" fmla="*/ 2133600 h 2133600"/>
              <a:gd name="connisteX6" fmla="*/ 1066800 w 2133600"/>
              <a:gd name="connsiteY6" fmla="*/ 2133600 h 2133600"/>
              <a:gd name="connisteX7" fmla="*/ 0 w 2133600"/>
              <a:gd name="connsiteY7" fmla="*/ 1066800 h 2133600"/>
              <a:gd name="connisteX8" fmla="*/ 0 w 2133600"/>
              <a:gd name="connsiteY8" fmla="*/ 10668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4394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4953000"/>
            <a:ext cx="325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图片占位符 14"/>
          <p:cNvSpPr>
            <a:spLocks noGrp="1"/>
          </p:cNvSpPr>
          <p:nvPr>
            <p:ph type="pic" idx="16393" hasCustomPrompt="1"/>
            <p:custDataLst>
              <p:tags r:id="rId6"/>
            </p:custDataLst>
          </p:nvPr>
        </p:nvSpPr>
        <p:spPr>
          <a:xfrm>
            <a:off x="5029200" y="1905000"/>
            <a:ext cx="2133600" cy="2133600"/>
          </a:xfrm>
          <a:custGeom>
            <a:avLst/>
            <a:gdLst>
              <a:gd name="connisteX0" fmla="*/ 0 w 2133600"/>
              <a:gd name="connsiteY0" fmla="*/ 1066800 h 2133600"/>
              <a:gd name="connisteX1" fmla="*/ 1066800 w 2133600"/>
              <a:gd name="connsiteY1" fmla="*/ 0 h 2133600"/>
              <a:gd name="connisteX2" fmla="*/ 1066800 w 2133600"/>
              <a:gd name="connsiteY2" fmla="*/ 0 h 2133600"/>
              <a:gd name="connisteX3" fmla="*/ 2133600 w 2133600"/>
              <a:gd name="connsiteY3" fmla="*/ 1066800 h 2133600"/>
              <a:gd name="connisteX4" fmla="*/ 2133600 w 2133600"/>
              <a:gd name="connsiteY4" fmla="*/ 1066800 h 2133600"/>
              <a:gd name="connisteX5" fmla="*/ 1066800 w 2133600"/>
              <a:gd name="connsiteY5" fmla="*/ 2133600 h 2133600"/>
              <a:gd name="connisteX6" fmla="*/ 1066800 w 2133600"/>
              <a:gd name="connsiteY6" fmla="*/ 2133600 h 2133600"/>
              <a:gd name="connisteX7" fmla="*/ 0 w 2133600"/>
              <a:gd name="connsiteY7" fmla="*/ 1066800 h 2133600"/>
              <a:gd name="connisteX8" fmla="*/ 0 w 2133600"/>
              <a:gd name="connsiteY8" fmla="*/ 10668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470400" y="4394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470400" y="4953000"/>
            <a:ext cx="325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图片占位符 17"/>
          <p:cNvSpPr>
            <a:spLocks noGrp="1"/>
          </p:cNvSpPr>
          <p:nvPr>
            <p:ph type="pic" idx="16394" hasCustomPrompt="1"/>
            <p:custDataLst>
              <p:tags r:id="rId9"/>
            </p:custDataLst>
          </p:nvPr>
        </p:nvSpPr>
        <p:spPr>
          <a:xfrm>
            <a:off x="8890000" y="1905000"/>
            <a:ext cx="2133600" cy="2133600"/>
          </a:xfrm>
          <a:custGeom>
            <a:avLst/>
            <a:gdLst>
              <a:gd name="connisteX0" fmla="*/ 0 w 2133600"/>
              <a:gd name="connsiteY0" fmla="*/ 1066800 h 2133600"/>
              <a:gd name="connisteX1" fmla="*/ 1066800 w 2133600"/>
              <a:gd name="connsiteY1" fmla="*/ 0 h 2133600"/>
              <a:gd name="connisteX2" fmla="*/ 1066800 w 2133600"/>
              <a:gd name="connsiteY2" fmla="*/ 0 h 2133600"/>
              <a:gd name="connisteX3" fmla="*/ 2133600 w 2133600"/>
              <a:gd name="connsiteY3" fmla="*/ 1066800 h 2133600"/>
              <a:gd name="connisteX4" fmla="*/ 2133600 w 2133600"/>
              <a:gd name="connsiteY4" fmla="*/ 1066800 h 2133600"/>
              <a:gd name="connisteX5" fmla="*/ 1066800 w 2133600"/>
              <a:gd name="connsiteY5" fmla="*/ 2133600 h 2133600"/>
              <a:gd name="connisteX6" fmla="*/ 1066800 w 2133600"/>
              <a:gd name="connsiteY6" fmla="*/ 2133600 h 2133600"/>
              <a:gd name="connisteX7" fmla="*/ 0 w 2133600"/>
              <a:gd name="connsiteY7" fmla="*/ 1066800 h 2133600"/>
              <a:gd name="connisteX8" fmla="*/ 0 w 2133600"/>
              <a:gd name="connsiteY8" fmla="*/ 10668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331200" y="4394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331200" y="4953000"/>
            <a:ext cx="325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81534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609600" y="609600"/>
            <a:ext cx="6934200" cy="5638800"/>
          </a:xfrm>
          <a:custGeom>
            <a:avLst/>
            <a:gdLst>
              <a:gd name="connisteX0" fmla="*/ 0 w 6934200"/>
              <a:gd name="connsiteY0" fmla="*/ 203200 h 5638800"/>
              <a:gd name="connisteX1" fmla="*/ 203200 w 6934200"/>
              <a:gd name="connsiteY1" fmla="*/ 0 h 5638800"/>
              <a:gd name="connisteX2" fmla="*/ 6731000 w 6934200"/>
              <a:gd name="connsiteY2" fmla="*/ 0 h 5638800"/>
              <a:gd name="connisteX3" fmla="*/ 6934200 w 6934200"/>
              <a:gd name="connsiteY3" fmla="*/ 203200 h 5638800"/>
              <a:gd name="connisteX4" fmla="*/ 6934200 w 6934200"/>
              <a:gd name="connsiteY4" fmla="*/ 5435600 h 5638800"/>
              <a:gd name="connisteX5" fmla="*/ 6731000 w 6934200"/>
              <a:gd name="connsiteY5" fmla="*/ 5638800 h 5638800"/>
              <a:gd name="connisteX6" fmla="*/ 203200 w 6934200"/>
              <a:gd name="connsiteY6" fmla="*/ 5638800 h 5638800"/>
              <a:gd name="connisteX7" fmla="*/ 0 w 6934200"/>
              <a:gd name="connsiteY7" fmla="*/ 5435600 h 5638800"/>
              <a:gd name="connisteX8" fmla="*/ 0 w 69342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5435600"/>
                </a:lnTo>
                <a:cubicBezTo>
                  <a:pt x="6934200" y="5547824"/>
                  <a:pt x="6843224" y="5638800"/>
                  <a:pt x="67310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4"/>
            </p:custDataLst>
          </p:nvPr>
        </p:nvSpPr>
        <p:spPr>
          <a:xfrm>
            <a:off x="81534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8305800" y="3403600"/>
            <a:ext cx="3276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8305800" y="3911600"/>
            <a:ext cx="3276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81534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8305800" y="5130800"/>
            <a:ext cx="3276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8305800" y="5638800"/>
            <a:ext cx="3276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4648200" y="609600"/>
            <a:ext cx="6934200" cy="5638800"/>
          </a:xfrm>
          <a:custGeom>
            <a:avLst/>
            <a:gdLst>
              <a:gd name="connisteX0" fmla="*/ 0 w 6934200"/>
              <a:gd name="connsiteY0" fmla="*/ 203200 h 5638800"/>
              <a:gd name="connisteX1" fmla="*/ 203200 w 6934200"/>
              <a:gd name="connsiteY1" fmla="*/ 0 h 5638800"/>
              <a:gd name="connisteX2" fmla="*/ 6731000 w 6934200"/>
              <a:gd name="connsiteY2" fmla="*/ 0 h 5638800"/>
              <a:gd name="connisteX3" fmla="*/ 6934200 w 6934200"/>
              <a:gd name="connsiteY3" fmla="*/ 203200 h 5638800"/>
              <a:gd name="connisteX4" fmla="*/ 6934200 w 6934200"/>
              <a:gd name="connsiteY4" fmla="*/ 5435600 h 5638800"/>
              <a:gd name="connisteX5" fmla="*/ 6731000 w 6934200"/>
              <a:gd name="connsiteY5" fmla="*/ 5638800 h 5638800"/>
              <a:gd name="connisteX6" fmla="*/ 203200 w 6934200"/>
              <a:gd name="connsiteY6" fmla="*/ 5638800 h 5638800"/>
              <a:gd name="connisteX7" fmla="*/ 0 w 6934200"/>
              <a:gd name="connsiteY7" fmla="*/ 5435600 h 5638800"/>
              <a:gd name="connisteX8" fmla="*/ 0 w 69342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5435600"/>
                </a:lnTo>
                <a:cubicBezTo>
                  <a:pt x="6934200" y="5547824"/>
                  <a:pt x="6843224" y="5638800"/>
                  <a:pt x="67310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4"/>
            </p:custDataLst>
          </p:nvPr>
        </p:nvSpPr>
        <p:spPr>
          <a:xfrm>
            <a:off x="609600" y="4013200"/>
            <a:ext cx="50800" cy="812800"/>
          </a:xfrm>
          <a:custGeom>
            <a:avLst/>
            <a:gdLst>
              <a:gd name="connisteX0" fmla="*/ 0 w 50800"/>
              <a:gd name="connsiteY0" fmla="*/ 25400 h 812800"/>
              <a:gd name="connisteX1" fmla="*/ 25400 w 50800"/>
              <a:gd name="connsiteY1" fmla="*/ 0 h 812800"/>
              <a:gd name="connisteX2" fmla="*/ 25400 w 50800"/>
              <a:gd name="connsiteY2" fmla="*/ 0 h 812800"/>
              <a:gd name="connisteX3" fmla="*/ 50800 w 50800"/>
              <a:gd name="connsiteY3" fmla="*/ 25400 h 812800"/>
              <a:gd name="connisteX4" fmla="*/ 50800 w 50800"/>
              <a:gd name="connsiteY4" fmla="*/ 787400 h 812800"/>
              <a:gd name="connisteX5" fmla="*/ 25400 w 50800"/>
              <a:gd name="connsiteY5" fmla="*/ 812800 h 812800"/>
              <a:gd name="connisteX6" fmla="*/ 25400 w 50800"/>
              <a:gd name="connsiteY6" fmla="*/ 812800 h 812800"/>
              <a:gd name="connisteX7" fmla="*/ 0 w 50800"/>
              <a:gd name="connsiteY7" fmla="*/ 787400 h 812800"/>
              <a:gd name="connisteX8" fmla="*/ 0 w 50800"/>
              <a:gd name="connsiteY8" fmla="*/ 254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8128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787400"/>
                </a:lnTo>
                <a:cubicBezTo>
                  <a:pt x="50800" y="801428"/>
                  <a:pt x="39428" y="812800"/>
                  <a:pt x="25400" y="812800"/>
                </a:cubicBezTo>
                <a:lnTo>
                  <a:pt x="25400" y="812800"/>
                </a:lnTo>
                <a:cubicBezTo>
                  <a:pt x="11372" y="812800"/>
                  <a:pt x="0" y="801428"/>
                  <a:pt x="0" y="7874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4013200"/>
            <a:ext cx="3276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4521200"/>
            <a:ext cx="32766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09600" y="5435600"/>
            <a:ext cx="50800" cy="812800"/>
          </a:xfrm>
          <a:custGeom>
            <a:avLst/>
            <a:gdLst>
              <a:gd name="connisteX0" fmla="*/ 0 w 50800"/>
              <a:gd name="connsiteY0" fmla="*/ 25400 h 812800"/>
              <a:gd name="connisteX1" fmla="*/ 25400 w 50800"/>
              <a:gd name="connsiteY1" fmla="*/ 0 h 812800"/>
              <a:gd name="connisteX2" fmla="*/ 25400 w 50800"/>
              <a:gd name="connsiteY2" fmla="*/ 0 h 812800"/>
              <a:gd name="connisteX3" fmla="*/ 50800 w 50800"/>
              <a:gd name="connsiteY3" fmla="*/ 25400 h 812800"/>
              <a:gd name="connisteX4" fmla="*/ 50800 w 50800"/>
              <a:gd name="connsiteY4" fmla="*/ 787400 h 812800"/>
              <a:gd name="connisteX5" fmla="*/ 25400 w 50800"/>
              <a:gd name="connsiteY5" fmla="*/ 812800 h 812800"/>
              <a:gd name="connisteX6" fmla="*/ 25400 w 50800"/>
              <a:gd name="connsiteY6" fmla="*/ 812800 h 812800"/>
              <a:gd name="connisteX7" fmla="*/ 0 w 50800"/>
              <a:gd name="connsiteY7" fmla="*/ 787400 h 812800"/>
              <a:gd name="connisteX8" fmla="*/ 0 w 50800"/>
              <a:gd name="connsiteY8" fmla="*/ 254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8128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787400"/>
                </a:lnTo>
                <a:cubicBezTo>
                  <a:pt x="50800" y="801428"/>
                  <a:pt x="39428" y="812800"/>
                  <a:pt x="25400" y="812800"/>
                </a:cubicBezTo>
                <a:lnTo>
                  <a:pt x="25400" y="812800"/>
                </a:lnTo>
                <a:cubicBezTo>
                  <a:pt x="11372" y="812800"/>
                  <a:pt x="0" y="801428"/>
                  <a:pt x="0" y="7874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762000" y="5435600"/>
            <a:ext cx="3276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762000" y="5943600"/>
            <a:ext cx="32766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1_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4648200" y="1524000"/>
            <a:ext cx="6934200" cy="4724400"/>
          </a:xfrm>
          <a:custGeom>
            <a:avLst/>
            <a:gdLst>
              <a:gd name="connisteX0" fmla="*/ 0 w 6934200"/>
              <a:gd name="connsiteY0" fmla="*/ 0 h 4724400"/>
              <a:gd name="connisteX1" fmla="*/ 6731000 w 6934200"/>
              <a:gd name="connsiteY1" fmla="*/ 0 h 4724400"/>
              <a:gd name="connisteX2" fmla="*/ 6934200 w 6934200"/>
              <a:gd name="connsiteY2" fmla="*/ 203200 h 4724400"/>
              <a:gd name="connisteX3" fmla="*/ 6934200 w 6934200"/>
              <a:gd name="connsiteY3" fmla="*/ 4521200 h 4724400"/>
              <a:gd name="connisteX4" fmla="*/ 6731000 w 6934200"/>
              <a:gd name="connsiteY4" fmla="*/ 4724400 h 4724400"/>
              <a:gd name="connisteX5" fmla="*/ 0 w 6934200"/>
              <a:gd name="connsiteY5" fmla="*/ 4724400 h 4724400"/>
              <a:gd name="connisteX6" fmla="*/ 0 w 69342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6934200" h="4724400">
                <a:moveTo>
                  <a:pt x="0" y="0"/>
                </a:move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4521200"/>
                </a:lnTo>
                <a:cubicBezTo>
                  <a:pt x="6934200" y="4633424"/>
                  <a:pt x="6843224" y="4724400"/>
                  <a:pt x="67310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4"/>
            </p:custDataLst>
          </p:nvPr>
        </p:nvSpPr>
        <p:spPr>
          <a:xfrm>
            <a:off x="609600" y="1524000"/>
            <a:ext cx="4038600" cy="4724400"/>
          </a:xfrm>
          <a:custGeom>
            <a:avLst/>
            <a:gdLst>
              <a:gd name="connisteX0" fmla="*/ 0 w 4038600"/>
              <a:gd name="connsiteY0" fmla="*/ 203200 h 4724400"/>
              <a:gd name="connisteX1" fmla="*/ 203200 w 4038600"/>
              <a:gd name="connsiteY1" fmla="*/ 0 h 4724400"/>
              <a:gd name="connisteX2" fmla="*/ 4038600 w 4038600"/>
              <a:gd name="connsiteY2" fmla="*/ 0 h 4724400"/>
              <a:gd name="connisteX3" fmla="*/ 4038600 w 4038600"/>
              <a:gd name="connsiteY3" fmla="*/ 4724400 h 4724400"/>
              <a:gd name="connisteX4" fmla="*/ 203200 w 4038600"/>
              <a:gd name="connsiteY4" fmla="*/ 4724400 h 4724400"/>
              <a:gd name="connisteX5" fmla="*/ 0 w 4038600"/>
              <a:gd name="connsiteY5" fmla="*/ 4521200 h 4724400"/>
              <a:gd name="connisteX6" fmla="*/ 0 w 40386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038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038600" y="0"/>
                </a:lnTo>
                <a:lnTo>
                  <a:pt x="40386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066800" y="2413000"/>
            <a:ext cx="312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066800" y="2971800"/>
            <a:ext cx="3124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1066800" y="4191000"/>
            <a:ext cx="312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1066800" y="4749800"/>
            <a:ext cx="3124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左表下右内-装饰右叠-默认位置-并列-60_20_grou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486400 w 5486400"/>
              <a:gd name="connsiteY2" fmla="*/ 0 h 4724400"/>
              <a:gd name="connisteX3" fmla="*/ 5486400 w 5486400"/>
              <a:gd name="connsiteY3" fmla="*/ 4724400 h 4724400"/>
              <a:gd name="connisteX4" fmla="*/ 203200 w 5486400"/>
              <a:gd name="connsiteY4" fmla="*/ 4724400 h 4724400"/>
              <a:gd name="connisteX5" fmla="*/ 0 w 5486400"/>
              <a:gd name="connsiteY5" fmla="*/ 4521200 h 4724400"/>
              <a:gd name="connisteX6" fmla="*/ 0 w 54864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486400" y="0"/>
                </a:lnTo>
                <a:lnTo>
                  <a:pt x="54864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6096000" y="1524000"/>
            <a:ext cx="5486400" cy="4724400"/>
          </a:xfrm>
          <a:custGeom>
            <a:avLst/>
            <a:gdLst>
              <a:gd name="connisteX0" fmla="*/ 0 w 5486400"/>
              <a:gd name="connsiteY0" fmla="*/ 0 h 4724400"/>
              <a:gd name="connisteX1" fmla="*/ 5283200 w 5486400"/>
              <a:gd name="connsiteY1" fmla="*/ 0 h 4724400"/>
              <a:gd name="connisteX2" fmla="*/ 5486400 w 5486400"/>
              <a:gd name="connsiteY2" fmla="*/ 203200 h 4724400"/>
              <a:gd name="connisteX3" fmla="*/ 5486400 w 5486400"/>
              <a:gd name="connsiteY3" fmla="*/ 4521200 h 4724400"/>
              <a:gd name="connisteX4" fmla="*/ 5283200 w 5486400"/>
              <a:gd name="connsiteY4" fmla="*/ 4724400 h 4724400"/>
              <a:gd name="connisteX5" fmla="*/ 0 w 5486400"/>
              <a:gd name="connsiteY5" fmla="*/ 4724400 h 4724400"/>
              <a:gd name="connisteX6" fmla="*/ 0 w 54864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486400" h="4724400">
                <a:moveTo>
                  <a:pt x="0" y="0"/>
                </a:move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6565900" y="26670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553200" y="4089400"/>
            <a:ext cx="198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6553200" y="4597400"/>
            <a:ext cx="1981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9156700" y="26670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144000" y="4089400"/>
            <a:ext cx="198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9144000" y="4597400"/>
            <a:ext cx="1981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-1-1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idx="16386" hasCustomPrompt="1"/>
            <p:custDataLst>
              <p:tags r:id="rId2"/>
            </p:custDataLst>
          </p:nvPr>
        </p:nvSpPr>
        <p:spPr>
          <a:xfrm>
            <a:off x="1016000" y="1651000"/>
            <a:ext cx="60970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1016000" y="2159000"/>
            <a:ext cx="6352646" cy="2540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60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单击此处
添加文档标题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1016000" y="4749800"/>
            <a:ext cx="2540882" cy="533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BY WPS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idx="16386" hasCustomPrompt="1"/>
            <p:custDataLst>
              <p:tags r:id="rId2"/>
            </p:custDataLst>
          </p:nvPr>
        </p:nvSpPr>
        <p:spPr>
          <a:xfrm>
            <a:off x="2145771" y="1981200"/>
            <a:ext cx="78750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1903677" y="2489200"/>
            <a:ext cx="8384646" cy="187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60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单击此处添加文档标题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4812859" y="4419600"/>
            <a:ext cx="2540882" cy="533400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BY WPS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-1-1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idx="16386" hasCustomPrompt="1"/>
            <p:custDataLst>
              <p:tags r:id="rId2"/>
            </p:custDataLst>
          </p:nvPr>
        </p:nvSpPr>
        <p:spPr>
          <a:xfrm>
            <a:off x="5078942" y="1651000"/>
            <a:ext cx="60970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4823354" y="2159000"/>
            <a:ext cx="6352646" cy="2540000"/>
          </a:xfrm>
          <a:noFill/>
        </p:spPr>
        <p:txBody>
          <a:bodyPr lIns="0" tIns="0" rIns="0" bIns="0" anchor="t">
            <a:normAutofit/>
          </a:bodyPr>
          <a:lstStyle>
            <a:lvl1pPr marL="0" indent="0" algn="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60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单击此处
添加文档标题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8635118" y="4749800"/>
            <a:ext cx="2540882" cy="533400"/>
          </a:xfrm>
          <a:noFill/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BY WPS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5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6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83050" y="31242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89" hasCustomPrompt="1"/>
            <p:custDataLst>
              <p:tags r:id="rId5"/>
            </p:custDataLst>
          </p:nvPr>
        </p:nvSpPr>
        <p:spPr>
          <a:xfrm>
            <a:off x="5130800" y="30226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486400" y="32004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4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5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6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83050" y="24638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1" hasCustomPrompt="1"/>
            <p:custDataLst>
              <p:tags r:id="rId5"/>
            </p:custDataLst>
          </p:nvPr>
        </p:nvSpPr>
        <p:spPr>
          <a:xfrm>
            <a:off x="5130800" y="23622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486400" y="25400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4083050" y="37846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8"/>
            </p:custDataLst>
          </p:nvPr>
        </p:nvSpPr>
        <p:spPr>
          <a:xfrm>
            <a:off x="5130800" y="36830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5486400" y="38608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4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5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6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83050" y="18034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3" hasCustomPrompt="1"/>
            <p:custDataLst>
              <p:tags r:id="rId5"/>
            </p:custDataLst>
          </p:nvPr>
        </p:nvSpPr>
        <p:spPr>
          <a:xfrm>
            <a:off x="5130800" y="17018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486400" y="18796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4083050" y="31242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8"/>
            </p:custDataLst>
          </p:nvPr>
        </p:nvSpPr>
        <p:spPr>
          <a:xfrm>
            <a:off x="5130800" y="30226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5486400" y="32004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083050" y="44450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5" hasCustomPrompt="1"/>
            <p:custDataLst>
              <p:tags r:id="rId11"/>
            </p:custDataLst>
          </p:nvPr>
        </p:nvSpPr>
        <p:spPr>
          <a:xfrm>
            <a:off x="5130800" y="43434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486400" y="45212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4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5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6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83050" y="11430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5" hasCustomPrompt="1"/>
            <p:custDataLst>
              <p:tags r:id="rId5"/>
            </p:custDataLst>
          </p:nvPr>
        </p:nvSpPr>
        <p:spPr>
          <a:xfrm>
            <a:off x="5130800" y="10414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486400" y="12192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4083050" y="24638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6" hasCustomPrompt="1"/>
            <p:custDataLst>
              <p:tags r:id="rId8"/>
            </p:custDataLst>
          </p:nvPr>
        </p:nvSpPr>
        <p:spPr>
          <a:xfrm>
            <a:off x="5130800" y="23622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5486400" y="25400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083050" y="37846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7" hasCustomPrompt="1"/>
            <p:custDataLst>
              <p:tags r:id="rId11"/>
            </p:custDataLst>
          </p:nvPr>
        </p:nvSpPr>
        <p:spPr>
          <a:xfrm>
            <a:off x="5130800" y="36830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486400" y="38608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4083050" y="51054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8" hasCustomPrompt="1"/>
            <p:custDataLst>
              <p:tags r:id="rId14"/>
            </p:custDataLst>
          </p:nvPr>
        </p:nvSpPr>
        <p:spPr>
          <a:xfrm>
            <a:off x="5130800" y="5003800"/>
            <a:ext cx="25400" cy="812800"/>
          </a:xfrm>
          <a:custGeom>
            <a:avLst/>
            <a:gdLst>
              <a:gd name="connisteX0" fmla="*/ 0 w 25400"/>
              <a:gd name="connsiteY0" fmla="*/ 12700 h 812800"/>
              <a:gd name="connisteX1" fmla="*/ 12700 w 25400"/>
              <a:gd name="connsiteY1" fmla="*/ 0 h 812800"/>
              <a:gd name="connisteX2" fmla="*/ 12700 w 25400"/>
              <a:gd name="connsiteY2" fmla="*/ 0 h 812800"/>
              <a:gd name="connisteX3" fmla="*/ 25400 w 25400"/>
              <a:gd name="connsiteY3" fmla="*/ 12700 h 812800"/>
              <a:gd name="connisteX4" fmla="*/ 25400 w 25400"/>
              <a:gd name="connsiteY4" fmla="*/ 800100 h 812800"/>
              <a:gd name="connisteX5" fmla="*/ 12700 w 25400"/>
              <a:gd name="connsiteY5" fmla="*/ 812800 h 812800"/>
              <a:gd name="connisteX6" fmla="*/ 12700 w 25400"/>
              <a:gd name="connsiteY6" fmla="*/ 812800 h 812800"/>
              <a:gd name="connisteX7" fmla="*/ 0 w 25400"/>
              <a:gd name="connsiteY7" fmla="*/ 800100 h 812800"/>
              <a:gd name="connisteX8" fmla="*/ 0 w 25400"/>
              <a:gd name="connsiteY8" fmla="*/ 127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8128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800100"/>
                </a:lnTo>
                <a:cubicBezTo>
                  <a:pt x="25400" y="807114"/>
                  <a:pt x="19714" y="812800"/>
                  <a:pt x="12700" y="812800"/>
                </a:cubicBezTo>
                <a:lnTo>
                  <a:pt x="12700" y="812800"/>
                </a:lnTo>
                <a:cubicBezTo>
                  <a:pt x="5686" y="812800"/>
                  <a:pt x="0" y="807114"/>
                  <a:pt x="0" y="8001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5486400" y="5181600"/>
            <a:ext cx="5842000" cy="4572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  <a:defRPr sz="2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89" hasCustomPrompt="1"/>
            <p:custDataLst>
              <p:tags r:id="rId5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1" hasCustomPrompt="1"/>
            <p:custDataLst>
              <p:tags r:id="rId5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8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3" hasCustomPrompt="1"/>
            <p:custDataLst>
              <p:tags r:id="rId5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8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5" hasCustomPrompt="1"/>
            <p:custDataLst>
              <p:tags r:id="rId11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5" hasCustomPrompt="1"/>
            <p:custDataLst>
              <p:tags r:id="rId5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6" hasCustomPrompt="1"/>
            <p:custDataLst>
              <p:tags r:id="rId8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7" hasCustomPrompt="1"/>
            <p:custDataLst>
              <p:tags r:id="rId11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8" hasCustomPrompt="1"/>
            <p:custDataLst>
              <p:tags r:id="rId14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7" hasCustomPrompt="1"/>
            <p:custDataLst>
              <p:tags r:id="rId5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8" hasCustomPrompt="1"/>
            <p:custDataLst>
              <p:tags r:id="rId8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9" hasCustomPrompt="1"/>
            <p:custDataLst>
              <p:tags r:id="rId11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400" hasCustomPrompt="1"/>
            <p:custDataLst>
              <p:tags r:id="rId14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6" hasCustomPrompt="1"/>
            <p:custDataLst>
              <p:tags r:id="rId16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1" name="装饰  0"/>
          <p:cNvSpPr>
            <a:spLocks noGrp="1"/>
          </p:cNvSpPr>
          <p:nvPr>
            <p:ph type="body" idx="16401" hasCustomPrompt="1"/>
            <p:custDataLst>
              <p:tags r:id="rId17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5" hasCustomPrompt="1"/>
            <p:custDataLst>
              <p:tags r:id="rId18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9" hasCustomPrompt="1"/>
            <p:custDataLst>
              <p:tags r:id="rId5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400" hasCustomPrompt="1"/>
            <p:custDataLst>
              <p:tags r:id="rId8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401" hasCustomPrompt="1"/>
            <p:custDataLst>
              <p:tags r:id="rId11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402" hasCustomPrompt="1"/>
            <p:custDataLst>
              <p:tags r:id="rId14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6" hasCustomPrompt="1"/>
            <p:custDataLst>
              <p:tags r:id="rId16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1" name="装饰  0"/>
          <p:cNvSpPr>
            <a:spLocks noGrp="1"/>
          </p:cNvSpPr>
          <p:nvPr>
            <p:ph type="body" idx="16403" hasCustomPrompt="1"/>
            <p:custDataLst>
              <p:tags r:id="rId17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5" hasCustomPrompt="1"/>
            <p:custDataLst>
              <p:tags r:id="rId18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8" hasCustomPrompt="1"/>
            <p:custDataLst>
              <p:tags r:id="rId19"/>
            </p:custDataLst>
          </p:nvPr>
        </p:nvSpPr>
        <p:spPr>
          <a:xfrm>
            <a:off x="79946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06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404" hasCustomPrompt="1"/>
            <p:custDataLst>
              <p:tags r:id="rId20"/>
            </p:custDataLst>
          </p:nvPr>
        </p:nvSpPr>
        <p:spPr>
          <a:xfrm>
            <a:off x="87757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7" hasCustomPrompt="1"/>
            <p:custDataLst>
              <p:tags r:id="rId21"/>
            </p:custDataLst>
          </p:nvPr>
        </p:nvSpPr>
        <p:spPr>
          <a:xfrm>
            <a:off x="90043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-1-2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1016000" y="3530600"/>
            <a:ext cx="6352117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单击此处添加章节标题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1016000" y="1905000"/>
            <a:ext cx="1527175" cy="15240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-1-2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1903942" y="3530600"/>
            <a:ext cx="8384117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单击此处添加章节标题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5332413" y="1905000"/>
            <a:ext cx="1527175" cy="1524000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-1-2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4823883" y="3530600"/>
            <a:ext cx="6352117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单击此处添加章节标题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9648825" y="1905000"/>
            <a:ext cx="1527175" cy="1524000"/>
          </a:xfrm>
          <a:noFill/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-1-3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1016000" y="2667000"/>
            <a:ext cx="54493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1016000" y="3175000"/>
            <a:ext cx="5451122" cy="1016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64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谢谢观看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-1-3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3364971" y="2667000"/>
            <a:ext cx="54493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3364089" y="3175000"/>
            <a:ext cx="5451122" cy="1016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64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谢谢观看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-1-3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5726642" y="2667000"/>
            <a:ext cx="54493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5724878" y="3175000"/>
            <a:ext cx="5451122" cy="1016000"/>
          </a:xfrm>
          <a:noFill/>
        </p:spPr>
        <p:txBody>
          <a:bodyPr lIns="0" tIns="0" rIns="0" bIns="0" anchor="t">
            <a:normAutofit/>
          </a:bodyPr>
          <a:lstStyle>
            <a:lvl1pPr marL="0" indent="0" algn="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6400" b="1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谢谢观看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0" Type="http://schemas.openxmlformats.org/officeDocument/2006/relationships/theme" Target="../theme/theme2.xml"/><Relationship Id="rId4" Type="http://schemas.openxmlformats.org/officeDocument/2006/relationships/slideLayout" Target="../slideLayouts/slideLayout14.xml"/><Relationship Id="rId39" Type="http://schemas.openxmlformats.org/officeDocument/2006/relationships/tags" Target="../tags/tag306.xml"/><Relationship Id="rId38" Type="http://schemas.openxmlformats.org/officeDocument/2006/relationships/image" Target="../media/image1.png"/><Relationship Id="rId37" Type="http://schemas.openxmlformats.org/officeDocument/2006/relationships/slideLayout" Target="../slideLayouts/slideLayout47.xml"/><Relationship Id="rId36" Type="http://schemas.openxmlformats.org/officeDocument/2006/relationships/slideLayout" Target="../slideLayouts/slideLayout46.xml"/><Relationship Id="rId35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44.xml"/><Relationship Id="rId33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0.xml"/><Relationship Id="rId3" Type="http://schemas.openxmlformats.org/officeDocument/2006/relationships/slideLayout" Target="../slideLayouts/slideLayout13.xml"/><Relationship Id="rId29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8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3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0.xml"/><Relationship Id="rId4" Type="http://schemas.openxmlformats.org/officeDocument/2006/relationships/tags" Target="../tags/tag310.xml"/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" Type="http://schemas.openxmlformats.org/officeDocument/2006/relationships/tags" Target="../tags/tag30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19.xml"/><Relationship Id="rId8" Type="http://schemas.openxmlformats.org/officeDocument/2006/relationships/tags" Target="../tags/tag318.xml"/><Relationship Id="rId7" Type="http://schemas.openxmlformats.org/officeDocument/2006/relationships/tags" Target="../tags/tag317.xml"/><Relationship Id="rId6" Type="http://schemas.openxmlformats.org/officeDocument/2006/relationships/tags" Target="../tags/tag316.xml"/><Relationship Id="rId5" Type="http://schemas.openxmlformats.org/officeDocument/2006/relationships/tags" Target="../tags/tag315.xml"/><Relationship Id="rId4" Type="http://schemas.openxmlformats.org/officeDocument/2006/relationships/tags" Target="../tags/tag314.xml"/><Relationship Id="rId3" Type="http://schemas.openxmlformats.org/officeDocument/2006/relationships/tags" Target="../tags/tag313.xml"/><Relationship Id="rId22" Type="http://schemas.openxmlformats.org/officeDocument/2006/relationships/slideLayout" Target="../slideLayouts/slideLayout41.xml"/><Relationship Id="rId21" Type="http://schemas.openxmlformats.org/officeDocument/2006/relationships/tags" Target="../tags/tag331.xml"/><Relationship Id="rId20" Type="http://schemas.openxmlformats.org/officeDocument/2006/relationships/tags" Target="../tags/tag330.xml"/><Relationship Id="rId2" Type="http://schemas.openxmlformats.org/officeDocument/2006/relationships/tags" Target="../tags/tag312.xml"/><Relationship Id="rId19" Type="http://schemas.openxmlformats.org/officeDocument/2006/relationships/tags" Target="../tags/tag329.xml"/><Relationship Id="rId18" Type="http://schemas.openxmlformats.org/officeDocument/2006/relationships/tags" Target="../tags/tag328.xml"/><Relationship Id="rId17" Type="http://schemas.openxmlformats.org/officeDocument/2006/relationships/tags" Target="../tags/tag327.xml"/><Relationship Id="rId16" Type="http://schemas.openxmlformats.org/officeDocument/2006/relationships/tags" Target="../tags/tag326.xml"/><Relationship Id="rId15" Type="http://schemas.openxmlformats.org/officeDocument/2006/relationships/tags" Target="../tags/tag325.xml"/><Relationship Id="rId14" Type="http://schemas.openxmlformats.org/officeDocument/2006/relationships/tags" Target="../tags/tag324.xml"/><Relationship Id="rId13" Type="http://schemas.openxmlformats.org/officeDocument/2006/relationships/tags" Target="../tags/tag323.xml"/><Relationship Id="rId12" Type="http://schemas.openxmlformats.org/officeDocument/2006/relationships/tags" Target="../tags/tag322.xml"/><Relationship Id="rId11" Type="http://schemas.openxmlformats.org/officeDocument/2006/relationships/tags" Target="../tags/tag321.xml"/><Relationship Id="rId10" Type="http://schemas.openxmlformats.org/officeDocument/2006/relationships/tags" Target="../tags/tag320.xml"/><Relationship Id="rId1" Type="http://schemas.openxmlformats.org/officeDocument/2006/relationships/tags" Target="../tags/tag31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3.xml"/><Relationship Id="rId3" Type="http://schemas.openxmlformats.org/officeDocument/2006/relationships/tags" Target="../tags/tag334.xml"/><Relationship Id="rId2" Type="http://schemas.openxmlformats.org/officeDocument/2006/relationships/tags" Target="../tags/tag333.xml"/><Relationship Id="rId1" Type="http://schemas.openxmlformats.org/officeDocument/2006/relationships/tags" Target="../tags/tag33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41.xml"/><Relationship Id="rId8" Type="http://schemas.openxmlformats.org/officeDocument/2006/relationships/tags" Target="../tags/tag340.xml"/><Relationship Id="rId7" Type="http://schemas.openxmlformats.org/officeDocument/2006/relationships/tags" Target="../tags/tag339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tags" Target="../tags/tag338.xml"/><Relationship Id="rId31" Type="http://schemas.openxmlformats.org/officeDocument/2006/relationships/slideLayout" Target="../slideLayouts/slideLayout20.xml"/><Relationship Id="rId30" Type="http://schemas.openxmlformats.org/officeDocument/2006/relationships/tags" Target="../tags/tag356.xml"/><Relationship Id="rId3" Type="http://schemas.openxmlformats.org/officeDocument/2006/relationships/tags" Target="../tags/tag337.xml"/><Relationship Id="rId29" Type="http://schemas.openxmlformats.org/officeDocument/2006/relationships/tags" Target="../tags/tag355.xml"/><Relationship Id="rId28" Type="http://schemas.openxmlformats.org/officeDocument/2006/relationships/tags" Target="../tags/tag354.xml"/><Relationship Id="rId27" Type="http://schemas.openxmlformats.org/officeDocument/2006/relationships/image" Target="../media/image9.svg"/><Relationship Id="rId26" Type="http://schemas.openxmlformats.org/officeDocument/2006/relationships/image" Target="../media/image8.png"/><Relationship Id="rId25" Type="http://schemas.openxmlformats.org/officeDocument/2006/relationships/tags" Target="../tags/tag353.xml"/><Relationship Id="rId24" Type="http://schemas.openxmlformats.org/officeDocument/2006/relationships/tags" Target="../tags/tag352.xml"/><Relationship Id="rId23" Type="http://schemas.openxmlformats.org/officeDocument/2006/relationships/tags" Target="../tags/tag351.xml"/><Relationship Id="rId22" Type="http://schemas.openxmlformats.org/officeDocument/2006/relationships/tags" Target="../tags/tag350.xml"/><Relationship Id="rId21" Type="http://schemas.openxmlformats.org/officeDocument/2006/relationships/tags" Target="../tags/tag349.xml"/><Relationship Id="rId20" Type="http://schemas.openxmlformats.org/officeDocument/2006/relationships/image" Target="../media/image7.svg"/><Relationship Id="rId2" Type="http://schemas.openxmlformats.org/officeDocument/2006/relationships/tags" Target="../tags/tag336.xml"/><Relationship Id="rId19" Type="http://schemas.openxmlformats.org/officeDocument/2006/relationships/image" Target="../media/image6.png"/><Relationship Id="rId18" Type="http://schemas.openxmlformats.org/officeDocument/2006/relationships/tags" Target="../tags/tag348.xml"/><Relationship Id="rId17" Type="http://schemas.openxmlformats.org/officeDocument/2006/relationships/tags" Target="../tags/tag347.xml"/><Relationship Id="rId16" Type="http://schemas.openxmlformats.org/officeDocument/2006/relationships/tags" Target="../tags/tag346.xml"/><Relationship Id="rId15" Type="http://schemas.openxmlformats.org/officeDocument/2006/relationships/tags" Target="../tags/tag345.xml"/><Relationship Id="rId14" Type="http://schemas.openxmlformats.org/officeDocument/2006/relationships/tags" Target="../tags/tag344.xml"/><Relationship Id="rId13" Type="http://schemas.openxmlformats.org/officeDocument/2006/relationships/image" Target="../media/image5.svg"/><Relationship Id="rId12" Type="http://schemas.openxmlformats.org/officeDocument/2006/relationships/image" Target="../media/image4.png"/><Relationship Id="rId11" Type="http://schemas.openxmlformats.org/officeDocument/2006/relationships/tags" Target="../tags/tag343.xml"/><Relationship Id="rId10" Type="http://schemas.openxmlformats.org/officeDocument/2006/relationships/tags" Target="../tags/tag342.xml"/><Relationship Id="rId1" Type="http://schemas.openxmlformats.org/officeDocument/2006/relationships/tags" Target="../tags/tag33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65.xml"/><Relationship Id="rId8" Type="http://schemas.openxmlformats.org/officeDocument/2006/relationships/tags" Target="../tags/tag364.xml"/><Relationship Id="rId7" Type="http://schemas.openxmlformats.org/officeDocument/2006/relationships/tags" Target="../tags/tag363.xml"/><Relationship Id="rId6" Type="http://schemas.openxmlformats.org/officeDocument/2006/relationships/tags" Target="../tags/tag362.xml"/><Relationship Id="rId5" Type="http://schemas.openxmlformats.org/officeDocument/2006/relationships/tags" Target="../tags/tag361.xml"/><Relationship Id="rId4" Type="http://schemas.openxmlformats.org/officeDocument/2006/relationships/tags" Target="../tags/tag360.xml"/><Relationship Id="rId3" Type="http://schemas.openxmlformats.org/officeDocument/2006/relationships/tags" Target="../tags/tag359.xml"/><Relationship Id="rId2" Type="http://schemas.openxmlformats.org/officeDocument/2006/relationships/tags" Target="../tags/tag358.xml"/><Relationship Id="rId12" Type="http://schemas.openxmlformats.org/officeDocument/2006/relationships/slideLayout" Target="../slideLayouts/slideLayout19.xml"/><Relationship Id="rId11" Type="http://schemas.openxmlformats.org/officeDocument/2006/relationships/tags" Target="../tags/tag367.xml"/><Relationship Id="rId10" Type="http://schemas.openxmlformats.org/officeDocument/2006/relationships/tags" Target="../tags/tag366.xml"/><Relationship Id="rId1" Type="http://schemas.openxmlformats.org/officeDocument/2006/relationships/tags" Target="../tags/tag35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3.xml"/><Relationship Id="rId3" Type="http://schemas.openxmlformats.org/officeDocument/2006/relationships/tags" Target="../tags/tag370.xml"/><Relationship Id="rId2" Type="http://schemas.openxmlformats.org/officeDocument/2006/relationships/tags" Target="../tags/tag369.xml"/><Relationship Id="rId1" Type="http://schemas.openxmlformats.org/officeDocument/2006/relationships/tags" Target="../tags/tag36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79.xml"/><Relationship Id="rId8" Type="http://schemas.openxmlformats.org/officeDocument/2006/relationships/tags" Target="../tags/tag378.xml"/><Relationship Id="rId7" Type="http://schemas.openxmlformats.org/officeDocument/2006/relationships/tags" Target="../tags/tag377.xml"/><Relationship Id="rId6" Type="http://schemas.openxmlformats.org/officeDocument/2006/relationships/tags" Target="../tags/tag376.xml"/><Relationship Id="rId5" Type="http://schemas.openxmlformats.org/officeDocument/2006/relationships/tags" Target="../tags/tag375.xml"/><Relationship Id="rId4" Type="http://schemas.openxmlformats.org/officeDocument/2006/relationships/tags" Target="../tags/tag374.xml"/><Relationship Id="rId3" Type="http://schemas.openxmlformats.org/officeDocument/2006/relationships/tags" Target="../tags/tag373.xml"/><Relationship Id="rId2" Type="http://schemas.openxmlformats.org/officeDocument/2006/relationships/tags" Target="../tags/tag372.xml"/><Relationship Id="rId15" Type="http://schemas.openxmlformats.org/officeDocument/2006/relationships/slideLayout" Target="../slideLayouts/slideLayout18.xml"/><Relationship Id="rId14" Type="http://schemas.openxmlformats.org/officeDocument/2006/relationships/tags" Target="../tags/tag384.xml"/><Relationship Id="rId13" Type="http://schemas.openxmlformats.org/officeDocument/2006/relationships/tags" Target="../tags/tag383.xml"/><Relationship Id="rId12" Type="http://schemas.openxmlformats.org/officeDocument/2006/relationships/tags" Target="../tags/tag382.xml"/><Relationship Id="rId11" Type="http://schemas.openxmlformats.org/officeDocument/2006/relationships/tags" Target="../tags/tag381.xml"/><Relationship Id="rId10" Type="http://schemas.openxmlformats.org/officeDocument/2006/relationships/tags" Target="../tags/tag380.xml"/><Relationship Id="rId1" Type="http://schemas.openxmlformats.org/officeDocument/2006/relationships/tags" Target="../tags/tag37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92.xml"/><Relationship Id="rId8" Type="http://schemas.openxmlformats.org/officeDocument/2006/relationships/tags" Target="../tags/tag391.xml"/><Relationship Id="rId7" Type="http://schemas.openxmlformats.org/officeDocument/2006/relationships/tags" Target="../tags/tag390.xml"/><Relationship Id="rId6" Type="http://schemas.openxmlformats.org/officeDocument/2006/relationships/tags" Target="../tags/tag389.xml"/><Relationship Id="rId5" Type="http://schemas.openxmlformats.org/officeDocument/2006/relationships/tags" Target="../tags/tag388.xml"/><Relationship Id="rId4" Type="http://schemas.openxmlformats.org/officeDocument/2006/relationships/tags" Target="../tags/tag387.xml"/><Relationship Id="rId3" Type="http://schemas.openxmlformats.org/officeDocument/2006/relationships/image" Target="../media/image10.jpeg"/><Relationship Id="rId2" Type="http://schemas.openxmlformats.org/officeDocument/2006/relationships/tags" Target="../tags/tag386.xml"/><Relationship Id="rId11" Type="http://schemas.openxmlformats.org/officeDocument/2006/relationships/slideLayout" Target="../slideLayouts/slideLayout17.xml"/><Relationship Id="rId10" Type="http://schemas.openxmlformats.org/officeDocument/2006/relationships/tags" Target="../tags/tag393.xml"/><Relationship Id="rId1" Type="http://schemas.openxmlformats.org/officeDocument/2006/relationships/tags" Target="../tags/tag385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3.xml"/><Relationship Id="rId3" Type="http://schemas.openxmlformats.org/officeDocument/2006/relationships/tags" Target="../tags/tag396.xml"/><Relationship Id="rId2" Type="http://schemas.openxmlformats.org/officeDocument/2006/relationships/tags" Target="../tags/tag395.xml"/><Relationship Id="rId1" Type="http://schemas.openxmlformats.org/officeDocument/2006/relationships/tags" Target="../tags/tag394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jpeg"/><Relationship Id="rId8" Type="http://schemas.openxmlformats.org/officeDocument/2006/relationships/tags" Target="../tags/tag403.xml"/><Relationship Id="rId7" Type="http://schemas.openxmlformats.org/officeDocument/2006/relationships/tags" Target="../tags/tag402.xml"/><Relationship Id="rId6" Type="http://schemas.openxmlformats.org/officeDocument/2006/relationships/tags" Target="../tags/tag401.xml"/><Relationship Id="rId5" Type="http://schemas.openxmlformats.org/officeDocument/2006/relationships/tags" Target="../tags/tag400.xml"/><Relationship Id="rId4" Type="http://schemas.openxmlformats.org/officeDocument/2006/relationships/image" Target="../media/image11.jpeg"/><Relationship Id="rId3" Type="http://schemas.openxmlformats.org/officeDocument/2006/relationships/tags" Target="../tags/tag399.xml"/><Relationship Id="rId2" Type="http://schemas.openxmlformats.org/officeDocument/2006/relationships/tags" Target="../tags/tag398.xml"/><Relationship Id="rId13" Type="http://schemas.openxmlformats.org/officeDocument/2006/relationships/slideLayout" Target="../slideLayouts/slideLayout16.xml"/><Relationship Id="rId12" Type="http://schemas.openxmlformats.org/officeDocument/2006/relationships/tags" Target="../tags/tag406.xml"/><Relationship Id="rId11" Type="http://schemas.openxmlformats.org/officeDocument/2006/relationships/tags" Target="../tags/tag405.xml"/><Relationship Id="rId10" Type="http://schemas.openxmlformats.org/officeDocument/2006/relationships/tags" Target="../tags/tag404.xml"/><Relationship Id="rId1" Type="http://schemas.openxmlformats.org/officeDocument/2006/relationships/tags" Target="../tags/tag39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414.xml"/><Relationship Id="rId8" Type="http://schemas.openxmlformats.org/officeDocument/2006/relationships/tags" Target="../tags/tag413.xml"/><Relationship Id="rId7" Type="http://schemas.openxmlformats.org/officeDocument/2006/relationships/tags" Target="../tags/tag412.xml"/><Relationship Id="rId6" Type="http://schemas.openxmlformats.org/officeDocument/2006/relationships/tags" Target="../tags/tag411.xml"/><Relationship Id="rId5" Type="http://schemas.openxmlformats.org/officeDocument/2006/relationships/tags" Target="../tags/tag410.xml"/><Relationship Id="rId4" Type="http://schemas.openxmlformats.org/officeDocument/2006/relationships/tags" Target="../tags/tag409.xml"/><Relationship Id="rId3" Type="http://schemas.openxmlformats.org/officeDocument/2006/relationships/image" Target="../media/image13.jpeg"/><Relationship Id="rId2" Type="http://schemas.openxmlformats.org/officeDocument/2006/relationships/tags" Target="../tags/tag408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415.xml"/><Relationship Id="rId1" Type="http://schemas.openxmlformats.org/officeDocument/2006/relationships/tags" Target="../tags/tag407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3.xml"/><Relationship Id="rId3" Type="http://schemas.openxmlformats.org/officeDocument/2006/relationships/tags" Target="../tags/tag418.xml"/><Relationship Id="rId2" Type="http://schemas.openxmlformats.org/officeDocument/2006/relationships/tags" Target="../tags/tag417.xml"/><Relationship Id="rId1" Type="http://schemas.openxmlformats.org/officeDocument/2006/relationships/tags" Target="../tags/tag416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tags" Target="../tags/tag425.xml"/><Relationship Id="rId7" Type="http://schemas.openxmlformats.org/officeDocument/2006/relationships/tags" Target="../tags/tag424.xml"/><Relationship Id="rId6" Type="http://schemas.openxmlformats.org/officeDocument/2006/relationships/tags" Target="../tags/tag423.xml"/><Relationship Id="rId5" Type="http://schemas.openxmlformats.org/officeDocument/2006/relationships/tags" Target="../tags/tag422.xml"/><Relationship Id="rId4" Type="http://schemas.openxmlformats.org/officeDocument/2006/relationships/tags" Target="../tags/tag421.xml"/><Relationship Id="rId3" Type="http://schemas.openxmlformats.org/officeDocument/2006/relationships/image" Target="../media/image14.jpeg"/><Relationship Id="rId2" Type="http://schemas.openxmlformats.org/officeDocument/2006/relationships/tags" Target="../tags/tag420.xml"/><Relationship Id="rId1" Type="http://schemas.openxmlformats.org/officeDocument/2006/relationships/tags" Target="../tags/tag419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jpeg"/><Relationship Id="rId8" Type="http://schemas.openxmlformats.org/officeDocument/2006/relationships/tags" Target="../tags/tag432.xml"/><Relationship Id="rId7" Type="http://schemas.openxmlformats.org/officeDocument/2006/relationships/tags" Target="../tags/tag431.xml"/><Relationship Id="rId6" Type="http://schemas.openxmlformats.org/officeDocument/2006/relationships/tags" Target="../tags/tag430.xml"/><Relationship Id="rId5" Type="http://schemas.openxmlformats.org/officeDocument/2006/relationships/tags" Target="../tags/tag429.xml"/><Relationship Id="rId4" Type="http://schemas.openxmlformats.org/officeDocument/2006/relationships/image" Target="../media/image15.jpeg"/><Relationship Id="rId3" Type="http://schemas.openxmlformats.org/officeDocument/2006/relationships/tags" Target="../tags/tag428.xml"/><Relationship Id="rId2" Type="http://schemas.openxmlformats.org/officeDocument/2006/relationships/tags" Target="../tags/tag427.xml"/><Relationship Id="rId13" Type="http://schemas.openxmlformats.org/officeDocument/2006/relationships/slideLayout" Target="../slideLayouts/slideLayout13.xml"/><Relationship Id="rId12" Type="http://schemas.openxmlformats.org/officeDocument/2006/relationships/tags" Target="../tags/tag435.xml"/><Relationship Id="rId11" Type="http://schemas.openxmlformats.org/officeDocument/2006/relationships/tags" Target="../tags/tag434.xml"/><Relationship Id="rId10" Type="http://schemas.openxmlformats.org/officeDocument/2006/relationships/tags" Target="../tags/tag433.xml"/><Relationship Id="rId1" Type="http://schemas.openxmlformats.org/officeDocument/2006/relationships/tags" Target="../tags/tag426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442.xml"/><Relationship Id="rId8" Type="http://schemas.openxmlformats.org/officeDocument/2006/relationships/tags" Target="../tags/tag441.xml"/><Relationship Id="rId7" Type="http://schemas.openxmlformats.org/officeDocument/2006/relationships/image" Target="../media/image18.jpeg"/><Relationship Id="rId6" Type="http://schemas.openxmlformats.org/officeDocument/2006/relationships/tags" Target="../tags/tag440.xml"/><Relationship Id="rId5" Type="http://schemas.openxmlformats.org/officeDocument/2006/relationships/tags" Target="../tags/tag439.xml"/><Relationship Id="rId4" Type="http://schemas.openxmlformats.org/officeDocument/2006/relationships/tags" Target="../tags/tag438.xml"/><Relationship Id="rId3" Type="http://schemas.openxmlformats.org/officeDocument/2006/relationships/image" Target="../media/image17.jpeg"/><Relationship Id="rId2" Type="http://schemas.openxmlformats.org/officeDocument/2006/relationships/tags" Target="../tags/tag437.xml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443.xml"/><Relationship Id="rId1" Type="http://schemas.openxmlformats.org/officeDocument/2006/relationships/tags" Target="../tags/tag436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3.xml"/><Relationship Id="rId3" Type="http://schemas.openxmlformats.org/officeDocument/2006/relationships/tags" Target="../tags/tag446.xml"/><Relationship Id="rId2" Type="http://schemas.openxmlformats.org/officeDocument/2006/relationships/tags" Target="../tags/tag445.xml"/><Relationship Id="rId1" Type="http://schemas.openxmlformats.org/officeDocument/2006/relationships/tags" Target="../tags/tag444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455.xml"/><Relationship Id="rId8" Type="http://schemas.openxmlformats.org/officeDocument/2006/relationships/tags" Target="../tags/tag454.xml"/><Relationship Id="rId7" Type="http://schemas.openxmlformats.org/officeDocument/2006/relationships/tags" Target="../tags/tag453.xml"/><Relationship Id="rId6" Type="http://schemas.openxmlformats.org/officeDocument/2006/relationships/tags" Target="../tags/tag452.xml"/><Relationship Id="rId5" Type="http://schemas.openxmlformats.org/officeDocument/2006/relationships/tags" Target="../tags/tag451.xml"/><Relationship Id="rId4" Type="http://schemas.openxmlformats.org/officeDocument/2006/relationships/tags" Target="../tags/tag450.xml"/><Relationship Id="rId3" Type="http://schemas.openxmlformats.org/officeDocument/2006/relationships/tags" Target="../tags/tag449.xml"/><Relationship Id="rId2" Type="http://schemas.openxmlformats.org/officeDocument/2006/relationships/tags" Target="../tags/tag448.xml"/><Relationship Id="rId15" Type="http://schemas.openxmlformats.org/officeDocument/2006/relationships/slideLayout" Target="../slideLayouts/slideLayout11.xml"/><Relationship Id="rId14" Type="http://schemas.openxmlformats.org/officeDocument/2006/relationships/tags" Target="../tags/tag460.xml"/><Relationship Id="rId13" Type="http://schemas.openxmlformats.org/officeDocument/2006/relationships/tags" Target="../tags/tag459.xml"/><Relationship Id="rId12" Type="http://schemas.openxmlformats.org/officeDocument/2006/relationships/tags" Target="../tags/tag458.xml"/><Relationship Id="rId11" Type="http://schemas.openxmlformats.org/officeDocument/2006/relationships/tags" Target="../tags/tag457.xml"/><Relationship Id="rId10" Type="http://schemas.openxmlformats.org/officeDocument/2006/relationships/tags" Target="../tags/tag456.xml"/><Relationship Id="rId1" Type="http://schemas.openxmlformats.org/officeDocument/2006/relationships/tags" Target="../tags/tag447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3.xml"/><Relationship Id="rId3" Type="http://schemas.openxmlformats.org/officeDocument/2006/relationships/tags" Target="../tags/tag463.xml"/><Relationship Id="rId2" Type="http://schemas.openxmlformats.org/officeDocument/2006/relationships/tags" Target="../tags/tag462.xml"/><Relationship Id="rId1" Type="http://schemas.openxmlformats.org/officeDocument/2006/relationships/tags" Target="../tags/tag461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6.xml"/><Relationship Id="rId3" Type="http://schemas.openxmlformats.org/officeDocument/2006/relationships/tags" Target="../tags/tag466.xml"/><Relationship Id="rId2" Type="http://schemas.openxmlformats.org/officeDocument/2006/relationships/tags" Target="../tags/tag465.xml"/><Relationship Id="rId1" Type="http://schemas.openxmlformats.org/officeDocument/2006/relationships/tags" Target="../tags/tag4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olidFill>
                  <a:schemeClr val="tx1"/>
                </a:solidFill>
              </a:rPr>
              <a:t>2025/11/09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 sz="4500">
                <a:solidFill>
                  <a:schemeClr val="tx1"/>
                </a:solidFill>
              </a:rPr>
              <a:t>校园互助平台《需求规格说明书.》）</a:t>
            </a:r>
            <a:endParaRPr lang="zh-CN" altLang="en-US" sz="4500">
              <a:solidFill>
                <a:schemeClr val="tx1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solidFill>
                  <a:schemeClr val="tx1"/>
                </a:solidFill>
              </a:rPr>
              <a:t>汇报人: 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zh-CN" altLang="en-US">
                <a:solidFill>
                  <a:schemeClr val="tx1"/>
                </a:solidFill>
              </a:rPr>
              <a:t>CONTENTS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zh-CN" altLang="en-US" sz="4600">
                <a:solidFill>
                  <a:schemeClr val="tx1"/>
                </a:solidFill>
              </a:rPr>
              <a:t>目录</a:t>
            </a:r>
            <a:endParaRPr lang="zh-CN" altLang="en-US" sz="4600">
              <a:solidFill>
                <a:schemeClr val="tx1"/>
              </a:solidFill>
            </a:endParaRPr>
          </a:p>
        </p:txBody>
      </p:sp>
      <p:sp>
        <p:nvSpPr>
          <p:cNvPr id="42" name="文本占位符 41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3" name="装饰  8"/>
          <p:cNvSpPr>
            <a:spLocks noGrp="1"/>
          </p:cNvSpPr>
          <p:nvPr>
            <p:ph type="body" idx="16399"/>
            <p:custDataLst>
              <p:tags r:id="rId4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Autofit/>
          </a:bodyPr>
          <a:p>
            <a:r>
              <a:rPr lang="zh-CN" altLang="en-US">
                <a:solidFill>
                  <a:schemeClr val="tx1"/>
                </a:solidFill>
              </a:rPr>
              <a:t>项目背景与目标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文本占位符 43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5" name="装饰  1"/>
          <p:cNvSpPr>
            <a:spLocks noGrp="1"/>
          </p:cNvSpPr>
          <p:nvPr>
            <p:ph type="body" idx="16400"/>
            <p:custDataLst>
              <p:tags r:id="rId7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Autofit/>
          </a:bodyPr>
          <a:p>
            <a:r>
              <a:rPr lang="zh-CN" altLang="en-US">
                <a:solidFill>
                  <a:schemeClr val="tx1"/>
                </a:solidFill>
              </a:rPr>
              <a:t>目标用户、范围与技术架构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6" name="文本占位符 45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7" name="装饰  4"/>
          <p:cNvSpPr>
            <a:spLocks noGrp="1"/>
          </p:cNvSpPr>
          <p:nvPr>
            <p:ph type="body" idx="16401"/>
            <p:custDataLst>
              <p:tags r:id="rId10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>
            <a:noAutofit/>
          </a:bodyPr>
          <a:p>
            <a:r>
              <a:rPr lang="zh-CN" altLang="en-US">
                <a:solidFill>
                  <a:schemeClr val="tx1"/>
                </a:solidFill>
              </a:rPr>
              <a:t>核心功能详情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8" name="文本占位符 47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9" name="装饰  7"/>
          <p:cNvSpPr>
            <a:spLocks noGrp="1"/>
          </p:cNvSpPr>
          <p:nvPr>
            <p:ph type="body" idx="16402"/>
            <p:custDataLst>
              <p:tags r:id="rId1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16393"/>
            <p:custDataLst>
              <p:tags r:id="rId14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关键特性、界面交互与验收规划</a:t>
            </a:r>
            <a:endParaRPr lang="zh-CN" altLang="en-US"/>
          </a:p>
        </p:txBody>
      </p:sp>
      <p:sp>
        <p:nvSpPr>
          <p:cNvPr id="50" name="文本占位符 49"/>
          <p:cNvSpPr>
            <a:spLocks noGrp="1"/>
          </p:cNvSpPr>
          <p:nvPr>
            <p:ph type="body" idx="16396"/>
            <p:custDataLst>
              <p:tags r:id="rId15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1" name="装饰  0"/>
          <p:cNvSpPr>
            <a:spLocks noGrp="1"/>
          </p:cNvSpPr>
          <p:nvPr>
            <p:ph type="body" idx="16403"/>
            <p:custDataLst>
              <p:tags r:id="rId16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1" name="文本占位符 40"/>
          <p:cNvSpPr>
            <a:spLocks noGrp="1"/>
          </p:cNvSpPr>
          <p:nvPr>
            <p:ph type="body" idx="16395"/>
            <p:custDataLst>
              <p:tags r:id="rId17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关键特性、界面交互与验收规划</a:t>
            </a:r>
            <a:endParaRPr lang="zh-CN" altLang="en-US"/>
          </a:p>
        </p:txBody>
      </p:sp>
      <p:sp>
        <p:nvSpPr>
          <p:cNvPr id="52" name="文本占位符 51"/>
          <p:cNvSpPr>
            <a:spLocks noGrp="1"/>
          </p:cNvSpPr>
          <p:nvPr>
            <p:ph type="body" idx="16398"/>
            <p:custDataLst>
              <p:tags r:id="rId18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3" name="装饰  3"/>
          <p:cNvSpPr>
            <a:spLocks noGrp="1"/>
          </p:cNvSpPr>
          <p:nvPr>
            <p:ph type="body" idx="16404"/>
            <p:custDataLst>
              <p:tags r:id="rId19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4" name="文本占位符 53"/>
          <p:cNvSpPr>
            <a:spLocks noGrp="1"/>
          </p:cNvSpPr>
          <p:nvPr>
            <p:ph type="body" idx="16397"/>
            <p:custDataLst>
              <p:tags r:id="rId20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总结</a:t>
            </a:r>
            <a:endParaRPr lang="zh-CN" altLang="en-US"/>
          </a:p>
        </p:txBody>
      </p:sp>
    </p:spTree>
    <p:custDataLst>
      <p:tags r:id="rId2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项目背景与目标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0</a:t>
            </a:r>
            <a:r>
              <a:rPr lang="en-US" altLang="zh-CN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                                        校园现存痛点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装饰  2"/>
          <p:cNvSpPr>
            <a:spLocks noGrp="1"/>
          </p:cNvSpPr>
          <p:nvPr>
            <p:ph type="body" idx="16396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4" name="图片占位符 23" descr="7"/>
          <p:cNvPicPr>
            <a:picLocks noChangeAspect="1"/>
          </p:cNvPicPr>
          <p:nvPr>
            <p:ph type="pic" idx="16394"/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7760" y="1978660"/>
            <a:ext cx="487680" cy="487680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idx="16386"/>
            <p:custDataLst>
              <p:tags r:id="rId7"/>
            </p:custDataLst>
          </p:nvPr>
        </p:nvSpPr>
        <p:spPr/>
        <p:txBody>
          <a:bodyPr>
            <a:normAutofit/>
          </a:bodyPr>
          <a:p>
            <a:r>
              <a:rPr lang="zh-CN" altLang="en-US" sz="1700">
                <a:solidFill>
                  <a:schemeClr val="tx1"/>
                </a:solidFill>
              </a:rPr>
              <a:t>二手交易渠道零散，信息不集中</a:t>
            </a:r>
            <a:endParaRPr lang="zh-CN" altLang="en-US" sz="1700">
              <a:solidFill>
                <a:schemeClr val="tx1"/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87"/>
            <p:custDataLst>
              <p:tags r:id="rId8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>
                <a:solidFill>
                  <a:schemeClr val="tx1"/>
                </a:solidFill>
              </a:rPr>
              <a:t>校园内二手交易渠道零散，信息不集中，导致同学们在进行二手交易时难以找到合适的商品或买家，浪费了大量的时间和精力，影响了校园资源的有效流通。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装饰  6"/>
          <p:cNvSpPr>
            <a:spLocks noGrp="1"/>
          </p:cNvSpPr>
          <p:nvPr>
            <p:ph type="body" idx="16398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装饰  7"/>
          <p:cNvSpPr>
            <a:spLocks noGrp="1"/>
          </p:cNvSpPr>
          <p:nvPr>
            <p:ph type="body" idx="16399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3" name="图片占位符 22" descr="2"/>
          <p:cNvPicPr>
            <a:picLocks noChangeAspect="1"/>
          </p:cNvPicPr>
          <p:nvPr>
            <p:ph type="pic" idx="16397"/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66560" y="1978660"/>
            <a:ext cx="487680" cy="487680"/>
          </a:xfrm>
          <a:prstGeom prst="rect">
            <a:avLst/>
          </a:prstGeom>
        </p:spPr>
      </p:pic>
      <p:sp>
        <p:nvSpPr>
          <p:cNvPr id="11" name="文本占位符 10"/>
          <p:cNvSpPr>
            <a:spLocks noGrp="1"/>
          </p:cNvSpPr>
          <p:nvPr>
            <p:ph type="body" idx="16388"/>
            <p:custDataLst>
              <p:tags r:id="rId14"/>
            </p:custDataLst>
          </p:nvPr>
        </p:nvSpPr>
        <p:spPr/>
        <p:txBody>
          <a:bodyPr>
            <a:normAutofit fontScale="70000"/>
          </a:bodyPr>
          <a:p>
            <a:r>
              <a:rPr lang="zh-CN" altLang="en-US">
                <a:solidFill>
                  <a:schemeClr val="lt1"/>
                </a:solidFill>
              </a:rPr>
              <a:t>临时服务（跑腿、代购）对接困难</a:t>
            </a:r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/>
            <p:custDataLst>
              <p:tags r:id="rId15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>
                <a:solidFill>
                  <a:schemeClr val="lt1"/>
                </a:solidFill>
              </a:rPr>
              <a:t>临时服务如跑腿、代购等在校园内对接困难，需求方难以找到合适的服务提供者，服务提供者也难以获取有效的需求信息，这使得校园生活中的临时服务需求难以得到及时满足。</a:t>
            </a:r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3" name="装饰  1"/>
          <p:cNvSpPr>
            <a:spLocks noGrp="1"/>
          </p:cNvSpPr>
          <p:nvPr>
            <p:ph type="body" idx="1640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装饰  2"/>
          <p:cNvSpPr>
            <a:spLocks noGrp="1"/>
          </p:cNvSpPr>
          <p:nvPr>
            <p:ph type="body" idx="16402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5" name="图片占位符 24" descr="3"/>
          <p:cNvPicPr>
            <a:picLocks noChangeAspect="1"/>
          </p:cNvPicPr>
          <p:nvPr>
            <p:ph type="pic" idx="16400"/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27760" y="4493260"/>
            <a:ext cx="487680" cy="487680"/>
          </a:xfrm>
          <a:prstGeom prst="rect">
            <a:avLst/>
          </a:prstGeom>
        </p:spPr>
      </p:pic>
      <p:sp>
        <p:nvSpPr>
          <p:cNvPr id="16" name="文本占位符 15"/>
          <p:cNvSpPr>
            <a:spLocks noGrp="1"/>
          </p:cNvSpPr>
          <p:nvPr>
            <p:ph type="body" idx="16390"/>
            <p:custDataLst>
              <p:tags r:id="rId21"/>
            </p:custDataLst>
          </p:nvPr>
        </p:nvSpPr>
        <p:spPr/>
        <p:txBody>
          <a:bodyPr>
            <a:normAutofit/>
          </a:bodyPr>
          <a:p>
            <a:r>
              <a:rPr lang="zh-CN" altLang="en-US" sz="1700">
                <a:solidFill>
                  <a:schemeClr val="lt1"/>
                </a:solidFill>
              </a:rPr>
              <a:t>拼车出行效率低，地址信息模糊</a:t>
            </a:r>
            <a:endParaRPr lang="zh-CN" altLang="en-US" sz="1700">
              <a:solidFill>
                <a:schemeClr val="lt1"/>
              </a:solidFill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/>
            <p:custDataLst>
              <p:tags r:id="rId2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>
                <a:solidFill>
                  <a:schemeClr val="lt1"/>
                </a:solidFill>
              </a:rPr>
              <a:t>拼车出行在校园中效率低，地址信息模糊，同学们难以找到合适的拼车伙伴，也无法准确知晓目的地信息，增加了出行的时间成本和不确定性，降低了出行效率。</a:t>
            </a:r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装饰  6"/>
          <p:cNvSpPr>
            <a:spLocks noGrp="1"/>
          </p:cNvSpPr>
          <p:nvPr>
            <p:ph type="body" idx="16404"/>
            <p:custDataLst>
              <p:tags r:id="rId2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装饰  7"/>
          <p:cNvSpPr>
            <a:spLocks noGrp="1"/>
          </p:cNvSpPr>
          <p:nvPr>
            <p:ph type="body" idx="16405"/>
            <p:custDataLst>
              <p:tags r:id="rId2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6" name="图片占位符 25" descr="10"/>
          <p:cNvPicPr>
            <a:picLocks noChangeAspect="1"/>
          </p:cNvPicPr>
          <p:nvPr>
            <p:ph type="pic" idx="16403"/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766560" y="4493260"/>
            <a:ext cx="487680" cy="487680"/>
          </a:xfrm>
          <a:prstGeom prst="rect">
            <a:avLst/>
          </a:prstGeom>
        </p:spPr>
      </p:pic>
      <p:sp>
        <p:nvSpPr>
          <p:cNvPr id="21" name="文本占位符 20"/>
          <p:cNvSpPr>
            <a:spLocks noGrp="1"/>
          </p:cNvSpPr>
          <p:nvPr>
            <p:ph type="body" idx="16392"/>
            <p:custDataLst>
              <p:tags r:id="rId28"/>
            </p:custDataLst>
          </p:nvPr>
        </p:nvSpPr>
        <p:spPr/>
        <p:txBody>
          <a:bodyPr>
            <a:normAutofit/>
          </a:bodyPr>
          <a:p>
            <a:r>
              <a:rPr lang="zh-CN" altLang="en-US" sz="1700">
                <a:solidFill>
                  <a:schemeClr val="tx1"/>
                </a:solidFill>
              </a:rPr>
              <a:t>缺乏统一、安全的互助服务平台</a:t>
            </a:r>
            <a:endParaRPr lang="zh-CN" altLang="en-US" sz="1700">
              <a:solidFill>
                <a:schemeClr val="tx1"/>
              </a:solidFill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3"/>
            <p:custDataLst>
              <p:tags r:id="rId29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>
                <a:solidFill>
                  <a:schemeClr val="tx1"/>
                </a:solidFill>
              </a:rPr>
              <a:t>校园内缺乏统一、安全的互助服务平台，导致各类互助服务分散且缺乏保障，同学们在参与互助服务时面临信息不透明、交易不安全等问题，影响了互助服务的质量和效果。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0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                                             核心目标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6388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accent1"/>
                </a:solidFill>
              </a:rPr>
              <a:t>01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短期：整合二手交易、跑腿、代购、拼车功能，提升校园生活便利性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在短期内，校园互助平台将整合二手交易、跑腿、代购、拼车等功能，为同学们提供一站式服务，解决校园资源流通与服务对接痛点，提升校园生活的便利性和效率。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91"/>
            <p:custDataLst>
              <p:tags r:id="rId5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accent1"/>
                </a:solidFill>
              </a:rPr>
              <a:t>02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6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中期：覆盖60%师生，形成标准化校园互助服务模型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7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中期目标是使校园互助平台覆盖60%的师生，通过不断优化和完善服务流程，形成标准化的校园互助服务模型，为师生提供更加规范、高效的互助服务。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94"/>
            <p:custDataLst>
              <p:tags r:id="rId8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accent1"/>
                </a:solidFill>
              </a:rPr>
              <a:t>03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长期：拓展为跨场景社区互助平台，支持持续迭代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93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从长期来看，校园互助平台将拓展为跨场景社区互助平台，不仅服务于校园师生，还将覆盖周边社区，支持平台的持续迭代和功能拓展，以适应不断变化的市场需求。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目标用户、范围与技术架构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0</a:t>
            </a:r>
            <a:r>
              <a:rPr lang="en-US" altLang="zh-CN">
                <a:solidFill>
                  <a:schemeClr val="tx1"/>
                </a:solidFill>
                <a:cs typeface="Arial" panose="020B0604020202020204" pitchFamily="34" charset="0"/>
              </a:rPr>
              <a:t>2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                                     目标用户与应用范围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lt1"/>
                </a:solidFill>
              </a:rPr>
              <a:t>01</a:t>
            </a:r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初期目标与覆盖范围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在初期阶段，校园互助平台的目标用户为高校全体学生，覆盖单一高校全量学生。访问方式支持PC（Win10+/macOS12+）、H5，以满足学生在不同设备上的使用需求。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6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lt1"/>
                </a:solidFill>
              </a:rPr>
              <a:t>02</a:t>
            </a:r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中期目标与覆盖范围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中期阶段，目标用户扩展为学生和教职工，覆盖单一高校60%的师生。访问方式与初期相同，但会优化移动端适配，提升移动端用户的使用体验。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装饰  9"/>
          <p:cNvSpPr>
            <a:spLocks noGrp="1"/>
          </p:cNvSpPr>
          <p:nvPr>
            <p:ph type="body" idx="16397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4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lt1"/>
                </a:solidFill>
              </a:rPr>
              <a:t>03</a:t>
            </a:r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92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长期目标与覆盖范围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长期来看，目标用户进一步扩大到跨校学生和社区居民，覆盖多高校及周边社区。新增移动端（Android10+/iOS14+）访问方式，方便更多用户使用平台服务。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                                                系统技术架构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3" name="内容占位符 12" descr="7bc4002d-bd4e-11f0-9856-227f2426c665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t="1389" b="1389"/>
          <a:stretch>
            <a:fillRect/>
          </a:stretch>
        </p:blipFill>
        <p:spPr>
          <a:xfrm>
            <a:off x="609600" y="1524000"/>
            <a:ext cx="10972800" cy="2540000"/>
          </a:xfrm>
          <a:custGeom>
            <a:avLst/>
            <a:gdLst>
              <a:gd name="connisteX0" fmla="*/ 0 w 10972800"/>
              <a:gd name="connsiteY0" fmla="*/ 203200 h 2540000"/>
              <a:gd name="connisteX1" fmla="*/ 203200 w 10972800"/>
              <a:gd name="connsiteY1" fmla="*/ 0 h 2540000"/>
              <a:gd name="connisteX2" fmla="*/ 10769600 w 10972800"/>
              <a:gd name="connsiteY2" fmla="*/ 0 h 2540000"/>
              <a:gd name="connisteX3" fmla="*/ 10972800 w 10972800"/>
              <a:gd name="connsiteY3" fmla="*/ 203200 h 2540000"/>
              <a:gd name="connisteX4" fmla="*/ 10972800 w 10972800"/>
              <a:gd name="connsiteY4" fmla="*/ 2336800 h 2540000"/>
              <a:gd name="connisteX5" fmla="*/ 10769600 w 10972800"/>
              <a:gd name="connsiteY5" fmla="*/ 2540000 h 2540000"/>
              <a:gd name="connisteX6" fmla="*/ 203200 w 10972800"/>
              <a:gd name="connsiteY6" fmla="*/ 2540000 h 2540000"/>
              <a:gd name="connisteX7" fmla="*/ 0 w 10972800"/>
              <a:gd name="connsiteY7" fmla="*/ 2336800 h 2540000"/>
              <a:gd name="connisteX8" fmla="*/ 0 w 109728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336800"/>
                </a:lnTo>
                <a:cubicBezTo>
                  <a:pt x="10972800" y="2449024"/>
                  <a:pt x="10881824" y="2540000"/>
                  <a:pt x="107696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1"/>
            <p:custDataLst>
              <p:tags r:id="rId4"/>
            </p:custDataLst>
          </p:nvPr>
        </p:nvSpPr>
        <p:spPr>
          <a:xfrm>
            <a:off x="597085" y="4521200"/>
            <a:ext cx="50800" cy="17272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>
          <a:xfrm>
            <a:off x="749485" y="4521200"/>
            <a:ext cx="5029200" cy="406400"/>
          </a:xfrm>
        </p:spPr>
        <p:txBody>
          <a:bodyPr/>
          <a:p>
            <a:r>
              <a:rPr lang="zh-CN" altLang="en-US">
                <a:solidFill>
                  <a:schemeClr val="tx1"/>
                </a:solidFill>
              </a:rPr>
              <a:t>硬件要求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>
          <a:xfrm>
            <a:off x="749485" y="5029200"/>
            <a:ext cx="5029200" cy="1219200"/>
          </a:xfrm>
        </p:spPr>
        <p:txBody>
          <a:bodyPr/>
          <a:p>
            <a:r>
              <a:rPr lang="zh-CN" altLang="en-US">
                <a:solidFill>
                  <a:schemeClr val="tx1"/>
                </a:solidFill>
              </a:rPr>
              <a:t>详细描述：系统的硬件方面，服务器要求CPU≥8核、内存≥16GB等，客户端则有PC/移动端系统的相关要求，确保系统运行的稳定性和高效性，满足不同用户的使用需求。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>
          <a:xfrm>
            <a:off x="6388285" y="4521200"/>
            <a:ext cx="50800" cy="17272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>
          <a:xfrm>
            <a:off x="6540685" y="4521200"/>
            <a:ext cx="5029200" cy="406400"/>
          </a:xfrm>
        </p:spPr>
        <p:txBody>
          <a:bodyPr/>
          <a:p>
            <a:r>
              <a:rPr lang="zh-CN" altLang="en-US">
                <a:solidFill>
                  <a:schemeClr val="tx1"/>
                </a:solidFill>
              </a:rPr>
              <a:t>软件组成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>
          <a:xfrm>
            <a:off x="6540685" y="5029200"/>
            <a:ext cx="5029200" cy="1219200"/>
          </a:xfrm>
        </p:spPr>
        <p:txBody>
          <a:bodyPr/>
          <a:p>
            <a:r>
              <a:rPr lang="zh-CN" altLang="en-US">
                <a:solidFill>
                  <a:schemeClr val="tx1"/>
                </a:solidFill>
              </a:rPr>
              <a:t>详细描述：软件部分包括后端的Java/Python、MySQL等，前端的Vue.js/React等，以及部署所需的Docker、Nginx。这些软件技术的组合，为平台的开发、运行和维护提供了有力支持。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核心功能详情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0</a:t>
            </a:r>
            <a:r>
              <a:rPr lang="en-US" altLang="zh-CN">
                <a:solidFill>
                  <a:schemeClr val="tx1"/>
                </a:solidFill>
                <a:cs typeface="Arial" panose="020B0604020202020204" pitchFamily="34" charset="0"/>
              </a:rPr>
              <a:t>3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                                       用户与二手交易模块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7" name="图片占位符 16" descr="7c69dd08-bd4e-11f0-b3c7-aae7af7e455a"/>
          <p:cNvPicPr>
            <a:picLocks noChangeAspect="1"/>
          </p:cNvPicPr>
          <p:nvPr>
            <p:ph type="pic" idx="16391"/>
            <p:custDataLst>
              <p:tags r:id="rId3"/>
            </p:custDataLst>
          </p:nvPr>
        </p:nvPicPr>
        <p:blipFill>
          <a:blip r:embed="rId4"/>
          <a:srcRect l="1103" r="1103"/>
          <a:stretch>
            <a:fillRect/>
          </a:stretch>
        </p:blipFill>
        <p:spPr>
          <a:xfrm>
            <a:off x="6096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用户模块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用户模块支持手机号或第三方（微信/QQ）登录，并绑定身份信息。校园用户需上传证件进行审核，由管理员负责认证。在个人中心，用户可管理自身信息、订单以及信用分。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8" name="图片占位符 17" descr="7c69dd86-bd4e-11f0-b3c7-aae7af7e455a"/>
          <p:cNvPicPr>
            <a:picLocks noChangeAspect="1"/>
          </p:cNvPicPr>
          <p:nvPr>
            <p:ph type="pic" idx="16393"/>
            <p:custDataLst>
              <p:tags r:id="rId8"/>
            </p:custDataLst>
          </p:nvPr>
        </p:nvPicPr>
        <p:blipFill>
          <a:blip r:embed="rId9"/>
          <a:srcRect l="1103" r="1103"/>
          <a:stretch>
            <a:fillRect/>
          </a:stretch>
        </p:blipFill>
        <p:spPr>
          <a:xfrm>
            <a:off x="6248400" y="4216400"/>
            <a:ext cx="5334000" cy="2032000"/>
          </a:xfrm>
          <a:custGeom>
            <a:avLst/>
            <a:gdLst>
              <a:gd name="connisteX0" fmla="*/ 0 w 5334000"/>
              <a:gd name="connsiteY0" fmla="*/ 0 h 2032000"/>
              <a:gd name="connisteX1" fmla="*/ 5334000 w 5334000"/>
              <a:gd name="connsiteY1" fmla="*/ 0 h 2032000"/>
              <a:gd name="connisteX2" fmla="*/ 5334000 w 5334000"/>
              <a:gd name="connsiteY2" fmla="*/ 1828800 h 2032000"/>
              <a:gd name="connisteX3" fmla="*/ 5130800 w 5334000"/>
              <a:gd name="connsiteY3" fmla="*/ 2032000 h 2032000"/>
              <a:gd name="connisteX4" fmla="*/ 203200 w 5334000"/>
              <a:gd name="connsiteY4" fmla="*/ 2032000 h 2032000"/>
              <a:gd name="connisteX5" fmla="*/ 0 w 5334000"/>
              <a:gd name="connsiteY5" fmla="*/ 1828800 h 2032000"/>
              <a:gd name="connisteX6" fmla="*/ 0 w 5334000"/>
              <a:gd name="connsiteY6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0"/>
                </a:moveTo>
                <a:lnTo>
                  <a:pt x="5334000" y="0"/>
                </a:lnTo>
                <a:lnTo>
                  <a:pt x="5334000" y="1828800"/>
                </a:lnTo>
                <a:cubicBezTo>
                  <a:pt x="5334000" y="1941024"/>
                  <a:pt x="5243024" y="2032000"/>
                  <a:pt x="51308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二手交易模块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二手交易模块中，卖家可多图上传（≤5张）商品，填写分类、价格和交易方式进行发布。买家能通过筛选、搜索功能，按热度或时间排序浏览。交易流程为下单锁商品，卖家确认，收货后双方互评。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484452" y="1834937"/>
            <a:ext cx="3429000" cy="1219200"/>
          </a:xfrm>
        </p:spPr>
        <p:txBody>
          <a:bodyPr/>
          <a:p>
            <a:r>
              <a:rPr lang="zh-CN" altLang="en-US">
                <a:solidFill>
                  <a:schemeClr val="tx1"/>
                </a:solidFill>
              </a:rPr>
              <a:t>跑腿代购与拼车模块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3" name="内容占位符 12" descr="7c0851da-bd4e-11f0-9856-227f2426c665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t="579" b="579"/>
          <a:stretch>
            <a:fillRect/>
          </a:stretch>
        </p:blipFill>
        <p:spPr>
          <a:xfrm>
            <a:off x="609600" y="3403600"/>
            <a:ext cx="10972800" cy="2844800"/>
          </a:xfrm>
          <a:custGeom>
            <a:avLst/>
            <a:gdLst>
              <a:gd name="connisteX0" fmla="*/ 0 w 10972800"/>
              <a:gd name="connsiteY0" fmla="*/ 203200 h 2844800"/>
              <a:gd name="connisteX1" fmla="*/ 203200 w 10972800"/>
              <a:gd name="connsiteY1" fmla="*/ 0 h 2844800"/>
              <a:gd name="connisteX2" fmla="*/ 10769600 w 10972800"/>
              <a:gd name="connsiteY2" fmla="*/ 0 h 2844800"/>
              <a:gd name="connisteX3" fmla="*/ 10972800 w 10972800"/>
              <a:gd name="connsiteY3" fmla="*/ 203200 h 2844800"/>
              <a:gd name="connisteX4" fmla="*/ 10972800 w 10972800"/>
              <a:gd name="connsiteY4" fmla="*/ 2641600 h 2844800"/>
              <a:gd name="connisteX5" fmla="*/ 10769600 w 10972800"/>
              <a:gd name="connsiteY5" fmla="*/ 2844800 h 2844800"/>
              <a:gd name="connisteX6" fmla="*/ 203200 w 10972800"/>
              <a:gd name="connsiteY6" fmla="*/ 2844800 h 2844800"/>
              <a:gd name="connisteX7" fmla="*/ 0 w 10972800"/>
              <a:gd name="connsiteY7" fmla="*/ 2641600 h 2844800"/>
              <a:gd name="connisteX8" fmla="*/ 0 w 10972800"/>
              <a:gd name="connsiteY8" fmla="*/ 203200 h 284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84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641600"/>
                </a:lnTo>
                <a:cubicBezTo>
                  <a:pt x="10972800" y="2753824"/>
                  <a:pt x="10881824" y="2844800"/>
                  <a:pt x="10769600" y="2844800"/>
                </a:cubicBezTo>
                <a:lnTo>
                  <a:pt x="203200" y="2844800"/>
                </a:lnTo>
                <a:cubicBezTo>
                  <a:pt x="90976" y="2844800"/>
                  <a:pt x="0" y="2753824"/>
                  <a:pt x="0" y="2641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1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       跑腿代购模块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>
                <a:solidFill>
                  <a:schemeClr val="tx1"/>
                </a:solidFill>
              </a:rPr>
              <a:t>    ：跑腿代购模块里，需求方选择服务类型，填写地址、时间和金额后，生成“待接单”订单。执行者接单后，需上传取件照等进度信息，待发起者确认后完成订单。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拼车模块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 lnSpcReduction="20000"/>
          </a:bodyPr>
          <a:p>
            <a:r>
              <a:rPr lang="zh-CN" altLang="en-US">
                <a:solidFill>
                  <a:schemeClr val="tx1"/>
                </a:solidFill>
              </a:rPr>
              <a:t>拼车模块支持发布者填写路线、时间、余座（≤5）和费用，联系方式会进行加密。用户申请报名，需经发布者审核，人数随之更新。发布者可修改信息、关闭招募，行程结束后标记“完成”。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>
                <a:solidFill>
                  <a:schemeClr val="tx1"/>
                </a:solidFill>
              </a:rPr>
              <a:t>关键特性、界面交互与验收规划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0</a:t>
            </a:r>
            <a:r>
              <a:rPr lang="en-US" altLang="zh-CN">
                <a:solidFill>
                  <a:schemeClr val="tx1"/>
                </a:solidFill>
                <a:cs typeface="Arial" panose="020B0604020202020204" pitchFamily="34" charset="0"/>
              </a:rPr>
              <a:t>4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关键特性（可用性与安全性）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1" name="内容占位符 10" descr="7c754d6e-bd4e-11f0-bd11-3afdadfb4260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t="4034" b="4034"/>
          <a:stretch>
            <a:fillRect/>
          </a:stretch>
        </p:blipFill>
        <p:spPr>
          <a:xfrm>
            <a:off x="409364" y="1806283"/>
            <a:ext cx="10972800" cy="1368717"/>
          </a:xfrm>
          <a:custGeom>
            <a:avLst/>
            <a:gdLst>
              <a:gd name="connisteX0" fmla="*/ 0 w 10972800"/>
              <a:gd name="connsiteY0" fmla="*/ 203200 h 2032000"/>
              <a:gd name="connisteX1" fmla="*/ 203200 w 10972800"/>
              <a:gd name="connsiteY1" fmla="*/ 0 h 2032000"/>
              <a:gd name="connisteX2" fmla="*/ 10769600 w 10972800"/>
              <a:gd name="connsiteY2" fmla="*/ 0 h 2032000"/>
              <a:gd name="connisteX3" fmla="*/ 10972800 w 10972800"/>
              <a:gd name="connsiteY3" fmla="*/ 203200 h 2032000"/>
              <a:gd name="connisteX4" fmla="*/ 10972800 w 10972800"/>
              <a:gd name="connsiteY4" fmla="*/ 1828800 h 2032000"/>
              <a:gd name="connisteX5" fmla="*/ 10769600 w 10972800"/>
              <a:gd name="connsiteY5" fmla="*/ 2032000 h 2032000"/>
              <a:gd name="connisteX6" fmla="*/ 203200 w 10972800"/>
              <a:gd name="connsiteY6" fmla="*/ 2032000 h 2032000"/>
              <a:gd name="connisteX7" fmla="*/ 0 w 10972800"/>
              <a:gd name="connsiteY7" fmla="*/ 1828800 h 2032000"/>
              <a:gd name="connisteX8" fmla="*/ 0 w 109728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828800"/>
                </a:lnTo>
                <a:cubicBezTo>
                  <a:pt x="10972800" y="1941024"/>
                  <a:pt x="10881824" y="2032000"/>
                  <a:pt x="107696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可用性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校园互助平台在可用性方面表现出色，用户能3步触达核心功能，新用户上手时间≤5分钟。检索响应≤2秒，页面加载≤3秒，系统可用≥99.9%，还具备容错机制，格式错误会有提示，断网可重连恢复操作。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安全性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平台注重安全保障，密码采用MD5+salt加密，手机号脱敏处理。有异常登录提醒，能防SQL注入/XSS，日志存90天。支付仅对接第三方沙盒环境，不存真实信息，确保用户信息和资金安全。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                                      界面与交互设计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7" name="图片占位符 16" descr="7c97c164-bd4e-11f0-b6be-1ee4ea54eed1"/>
          <p:cNvPicPr>
            <a:picLocks noChangeAspect="1"/>
          </p:cNvPicPr>
          <p:nvPr>
            <p:ph type="pic" idx="16391"/>
            <p:custDataLst>
              <p:tags r:id="rId3"/>
            </p:custDataLst>
          </p:nvPr>
        </p:nvPicPr>
        <p:blipFill>
          <a:blip r:embed="rId4"/>
          <a:srcRect t="538" b="538"/>
          <a:stretch>
            <a:fillRect/>
          </a:stretch>
        </p:blipFill>
        <p:spPr>
          <a:xfrm>
            <a:off x="914400" y="1828800"/>
            <a:ext cx="4724400" cy="213360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核心页面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>
                <a:solidFill>
                  <a:schemeClr val="tx1"/>
                </a:solidFill>
              </a:rPr>
              <a:t>校园互助平台的核心页面设计合理，首页包含搜索、功能入口、推荐及底部导航；商品发布页有信息输入、图片上传及发布/存草稿功能；订单详情页展示订单信息、双方脱敏信息及操作按钮。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8" name="图片占位符 17" descr="7c97c15d-bd4e-11f0-b6be-1ee4ea54eed1"/>
          <p:cNvPicPr>
            <a:picLocks noChangeAspect="1"/>
          </p:cNvPicPr>
          <p:nvPr>
            <p:ph type="pic" idx="16393"/>
            <p:custDataLst>
              <p:tags r:id="rId8"/>
            </p:custDataLst>
          </p:nvPr>
        </p:nvPicPr>
        <p:blipFill>
          <a:blip r:embed="rId9"/>
          <a:srcRect t="983" b="983"/>
          <a:stretch>
            <a:fillRect/>
          </a:stretch>
        </p:blipFill>
        <p:spPr>
          <a:xfrm>
            <a:off x="6553200" y="1828800"/>
            <a:ext cx="4724400" cy="2133600"/>
          </a:xfrm>
          <a:prstGeom prst="rect">
            <a:avLst/>
          </a:pr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交互规则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在交互规则上，表单前会进行校验，错误提示标在输入框下方。重要操作需二次确认，列表支持下拉刷新/上拉加载，为用户提供了良好的操作体验和交互便利性。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                                  验收标准与后续规划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5" name="内容占位符 14" descr="7c52faac-bd4e-11f0-b3c7-aae7af7e455a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l="1103" r="1103"/>
          <a:stretch>
            <a:fillRect/>
          </a:stretch>
        </p:blipFill>
        <p:spPr>
          <a:xfrm>
            <a:off x="6096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1828800 h 2032000"/>
              <a:gd name="connisteX5" fmla="*/ 5130800 w 5334000"/>
              <a:gd name="connsiteY5" fmla="*/ 2032000 h 2032000"/>
              <a:gd name="connisteX6" fmla="*/ 203200 w 5334000"/>
              <a:gd name="connsiteY6" fmla="*/ 2032000 h 2032000"/>
              <a:gd name="connisteX7" fmla="*/ 0 w 5334000"/>
              <a:gd name="connsiteY7" fmla="*/ 1828800 h 2032000"/>
              <a:gd name="connisteX8" fmla="*/ 0 w 53340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1828800"/>
                </a:lnTo>
                <a:cubicBezTo>
                  <a:pt x="5334000" y="1941024"/>
                  <a:pt x="5243024" y="2032000"/>
                  <a:pt x="51308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验收标准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校园互助平台的验收标准严格，功能方面通过率≥98%，无致命bug，核心流程无断点；性能上并发≥1000正常，数据库查询≤500ms；兼容PC/移动端主流浏览器，无布局异常。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6" name="内容占位符 15" descr="7c52fb56-bd4e-11f0-b3c7-aae7af7e455a"/>
          <p:cNvPicPr>
            <a:picLocks noChangeAspect="1"/>
          </p:cNvPicPr>
          <p:nvPr>
            <p:ph idx="16391"/>
            <p:custDataLst>
              <p:tags r:id="rId6"/>
            </p:custDataLst>
          </p:nvPr>
        </p:nvPicPr>
        <p:blipFill>
          <a:blip r:embed="rId7"/>
          <a:srcRect l="1103" r="1103"/>
          <a:stretch>
            <a:fillRect/>
          </a:stretch>
        </p:blipFill>
        <p:spPr>
          <a:xfrm>
            <a:off x="62484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1828800 h 2032000"/>
              <a:gd name="connisteX5" fmla="*/ 5130800 w 5334000"/>
              <a:gd name="connsiteY5" fmla="*/ 2032000 h 2032000"/>
              <a:gd name="connisteX6" fmla="*/ 203200 w 5334000"/>
              <a:gd name="connsiteY6" fmla="*/ 2032000 h 2032000"/>
              <a:gd name="connisteX7" fmla="*/ 0 w 5334000"/>
              <a:gd name="connsiteY7" fmla="*/ 1828800 h 2032000"/>
              <a:gd name="connisteX8" fmla="*/ 0 w 53340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1828800"/>
                </a:lnTo>
                <a:cubicBezTo>
                  <a:pt x="5334000" y="1941024"/>
                  <a:pt x="5243024" y="2032000"/>
                  <a:pt x="51308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后续规划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后续规划包括补充对接真实支付、加社区线下认证、优化推荐算法等内容。迭代周期为2周/次，会增加拍卖/技能交换功能，强化社区互动，以不断提升平台的功能和服务。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总结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0</a:t>
            </a:r>
            <a:r>
              <a:rPr lang="en-US" altLang="zh-CN">
                <a:solidFill>
                  <a:schemeClr val="tx1"/>
                </a:solidFill>
                <a:cs typeface="Arial" panose="020B0604020202020204" pitchFamily="34" charset="0"/>
              </a:rPr>
              <a:t>5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                                        核心价值总结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lt1"/>
                </a:solidFill>
              </a:rPr>
              <a:t>01</a:t>
            </a:r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解决校园资源流通差、服务对接低效痛点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校园现存二手交易渠道零散、临时服务对接困难、拼车出行效率低等问题，该平台整合四大互助功能，能有效解决校园资源流通与服务对接的痛点，提升校园生活便利性。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6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lt1"/>
                </a:solidFill>
              </a:rPr>
              <a:t>02</a:t>
            </a:r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以“便捷、安全、高效”为核心，优化用户体验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平台具有高可用性，3步触达核心功能，新用户上手快，检索和页面加载迅速，且具备高安全性，密码加密、防注入攻击等，以“便捷、安全、高效”为核心，优化了用户体验。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装饰  9"/>
          <p:cNvSpPr>
            <a:spLocks noGrp="1"/>
          </p:cNvSpPr>
          <p:nvPr>
            <p:ph type="body" idx="16397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4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lt1"/>
                </a:solidFill>
              </a:rPr>
              <a:t>03</a:t>
            </a:r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92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从校园拓展至社区，具备长期迭代能力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平台短期整合功能提升校园生活便利性，中期覆盖多数师生形成标准化模型，长期拓展为跨场景社区互助平台，具备持续迭代能力，可不断满足用户需求。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致谢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0</a:t>
            </a:r>
            <a:r>
              <a:rPr lang="en-US" altLang="zh-CN">
                <a:solidFill>
                  <a:schemeClr val="tx1"/>
                </a:solidFill>
                <a:cs typeface="Arial" panose="020B0604020202020204" pitchFamily="34" charset="0"/>
              </a:rPr>
              <a:t>6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THE END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谢谢观看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fff2f312dafec77d72a0bd5e6c92886761e097d"/>
  <p:tag name="KSO_WM_NEWLAYOUT_GROUP_ID" val="layout_27"/>
  <p:tag name="KSO_WM_NEWLAYOUT_ID" val="slide_bbec08b93f7bcfad"/>
</p:tagLst>
</file>

<file path=ppt/tags/tag2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004eeaccbed1870d1d9dd2b23144c99a6e3c00f"/>
  <p:tag name="KSO_WM_NEWLAYOUT_GROUP_ID" val="layout_10009"/>
  <p:tag name="KSO_WM_NEWLAYOUT_ID" val="slide_6977251e26b74a7b"/>
</p:tagLst>
</file>

<file path=ppt/tags/tag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1b3a789d61760d11822ec35605cea8e78484724"/>
  <p:tag name="KSO_WM_NEWLAYOUT_GROUP_ID" val="layout_48"/>
  <p:tag name="KSO_WM_NEWLAYOUT_ID" val="slide_10d253ff511e52b1"/>
</p:tagLst>
</file>

<file path=ppt/tags/tag2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0934916e337d9f9d22f8970972fe2f08dd43e4b"/>
  <p:tag name="KSO_WM_NEWLAYOUT_GROUP_ID" val="layout_51"/>
  <p:tag name="KSO_WM_NEWLAYOUT_ID" val="slide_54fafa5e2dac5e66"/>
</p:tagLst>
</file>

<file path=ppt/tags/tag3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9c77599a69cc92cd435244120df8ea704408b33"/>
  <p:tag name="KSO_WM_NEWLAYOUT_GROUP_ID" val="layout_62"/>
  <p:tag name="KSO_WM_NEWLAYOUT_ID" val="slide_200f6023f42ff4b4"/>
</p:tagLst>
</file>

<file path=ppt/tags/tag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847a8e6db6455dcef4452f017605312b7f68b60"/>
  <p:tag name="KSO_WM_NEWLAYOUT_GROUP_ID" val="layout_26"/>
  <p:tag name="KSO_WM_NEWLAYOUT_ID" val="slide_351695b9d561403a"/>
</p:tagLst>
</file>

<file path=ppt/tags/tag4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27481afe6963259fb99e00a969064dc59103a35"/>
  <p:tag name="KSO_WM_NEWLAYOUT_GROUP_ID" val="layout_42"/>
  <p:tag name="KSO_WM_NEWLAYOUT_ID" val="slide_612acce709c55489"/>
</p:tagLst>
</file>

<file path=ppt/tags/tag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5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f1934ff2690dd82ba5b90f00275793bafda95d0"/>
  <p:tag name="KSO_WM_NEWLAYOUT_GROUP_ID" val="layout_49"/>
  <p:tag name="KSO_WM_NEWLAYOUT_ID" val="slide_c2bbdeee6f9d8775"/>
</p:tagLst>
</file>

<file path=ppt/tags/tag62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6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0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1b944e711185a45c57463d1c8f787c1df25d100"/>
  <p:tag name="KSO_WM_NEWLAYOUT_GROUP_ID" val="layout_35"/>
  <p:tag name="KSO_WM_NEWLAYOUT_ID" val="slide_3a8d68c4cb9e2e1d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8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cce937c5a596a8712352e754d50bc0fe3a6d4cf"/>
  <p:tag name="KSO_WM_NEWLAYOUT_GROUP_ID" val="layout_32"/>
  <p:tag name="KSO_WM_NEWLAYOUT_ID" val="slide_f95b87826d1fb558"/>
</p:tagLst>
</file>

<file path=ppt/tags/tag8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86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87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0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91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92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5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96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97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0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101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102.xml><?xml version="1.0" encoding="utf-8"?>
<p:tagLst xmlns:p="http://schemas.openxmlformats.org/presentationml/2006/main">
  <p:tag name="KSO_WM_FIGMA_DECORATION_INDEX" val="10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0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8c0b16f05bad4cf6264deb6b74d3d959ec39660"/>
  <p:tag name="KSO_WM_NEWLAYOUT_GROUP_ID" val="layout_10007"/>
  <p:tag name="KSO_WM_NEWLAYOUT_ID" val="slide_5d74a312f6e6264e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1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11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12a676c8cf757079c1e940dcae7e51c692b63d8"/>
  <p:tag name="KSO_WM_NEWLAYOUT_GROUP_ID" val="layout_2"/>
  <p:tag name="KSO_WM_NEWLAYOUT_ID" val="slide_811204b3fc52f7bb"/>
</p:tagLst>
</file>

<file path=ppt/tags/tag11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1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2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15cec4de5f6a0f8a70ac4869bc3d4cdb4e0a849"/>
  <p:tag name="KSO_WM_NEWLAYOUT_GROUP_ID" val="layout_34"/>
  <p:tag name="KSO_WM_NEWLAYOUT_ID" val="slide_a31d5fa52b571dd3"/>
</p:tagLst>
</file>

<file path=ppt/tags/tag1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3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74026744eeebf903ab73a3a728b59c1e8fbf0f1"/>
  <p:tag name="KSO_WM_NEWLAYOUT_GROUP_ID" val="layout_30"/>
  <p:tag name="KSO_WM_NEWLAYOUT_ID" val="slide_3ec92465831fe5d3"/>
</p:tagLst>
</file>

<file path=ppt/tags/tag1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4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696d4fe3f8ee5acb63dd26dd76dbef2d75a9da7"/>
  <p:tag name="KSO_WM_NEWLAYOUT_GROUP_ID" val="layout_6"/>
  <p:tag name="KSO_WM_NEWLAYOUT_ID" val="slide_7a264583a7e94701"/>
</p:tagLst>
</file>

<file path=ppt/tags/tag1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4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a05909b10db3aeb05681a9dd67aaad95a3d682a"/>
  <p:tag name="KSO_WM_NEWLAYOUT_GROUP_ID" val="layout_61"/>
  <p:tag name="KSO_WM_NEWLAYOUT_ID" val="slide_3886008763262cfd"/>
</p:tagLst>
</file>

<file path=ppt/tags/tag15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57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</p:tagLst>
</file>

<file path=ppt/tags/tag1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ab68626b09702f0f88ebdfb1c112c8fcf95b78c"/>
  <p:tag name="KSO_WM_NEWLAYOUT_GROUP_ID" val="layout_60"/>
  <p:tag name="KSO_WM_NEWLAYOUT_ID" val="slide_ba5a802a72b0d3ea"/>
</p:tagLst>
</file>

<file path=ppt/tags/tag16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64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1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1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1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71.xml><?xml version="1.0" encoding="utf-8"?>
<p:tagLst xmlns:p="http://schemas.openxmlformats.org/presentationml/2006/main">
  <p:tag name="KSO_WM_UNIT_TYPE" val="a"/>
</p:tagLst>
</file>

<file path=ppt/tags/tag172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</p:tagLst>
</file>

<file path=ppt/tags/tag173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8633901c02a956a0bf9c12b37abc2357129fd3e6"/>
  <p:tag name="KSO_WM_NEWLAYOUT_ID" val="slide_d799d37ec7ee1a76"/>
</p:tagLst>
</file>

<file path=ppt/tags/tag174.xml><?xml version="1.0" encoding="utf-8"?>
<p:tagLst xmlns:p="http://schemas.openxmlformats.org/presentationml/2006/main"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</p:tagLst>
</file>

<file path=ppt/tags/tag175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</p:tagLst>
</file>

<file path=ppt/tags/tag176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2c4331b4bac83d72409c556d53d6712f13322c60"/>
  <p:tag name="KSO_WM_NEWLAYOUT_ID" val="slide_7d1b418b74e2b859"/>
</p:tagLst>
</file>

<file path=ppt/tags/tag177.xml><?xml version="1.0" encoding="utf-8"?>
<p:tagLst xmlns:p="http://schemas.openxmlformats.org/presentationml/2006/main"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</p:tagLst>
</file>

<file path=ppt/tags/tag178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</p:tagLst>
</file>

<file path=ppt/tags/tag179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3b75771a341d382fbb7024306d0259f51813f3a8"/>
  <p:tag name="KSO_WM_NEWLAYOUT_ID" val="slide_4b787e1769c53a6b"/>
</p:tagLst>
</file>

<file path=ppt/tags/tag180.xml><?xml version="1.0" encoding="utf-8"?>
<p:tagLst xmlns:p="http://schemas.openxmlformats.org/presentationml/2006/main"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</p:tagLst>
</file>

<file path=ppt/tags/tag18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82.xml><?xml version="1.0" encoding="utf-8"?>
<p:tagLst xmlns:p="http://schemas.openxmlformats.org/presentationml/2006/main">
  <p:tag name="KSO_WM_BEAUTIFY_FLAG" val="#fgm#"/>
  <p:tag name="KSO_WM_FIGMA_FLAG" val="#fgm#"/>
  <p:tag name="KSO_WM_UNIT_INDEX" val="2"/>
  <p:tag name="KSO_WM_UNIT_TEXT_TYPE" val="1"/>
  <p:tag name="KSO_WM_UNIT_TYPE" val="a"/>
  <p:tag name="KSO_WM_LAYOUT_CHECK_HASH" val="273ed97d95f023ce0ab57be66cbddc62fd5f53e8"/>
  <p:tag name="KSO_WM_NEWLAYOUT_ID" val="slide_412a1f3c717d8f5a"/>
</p:tagLst>
</file>

<file path=ppt/tags/tag1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8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1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87.xml><?xml version="1.0" encoding="utf-8"?>
<p:tagLst xmlns:p="http://schemas.openxmlformats.org/presentationml/2006/main">
  <p:tag name="KSO_WM_BEAUTIFY_FLAG" val="#fgm#"/>
  <p:tag name="KSO_WM_FIGMA_FLAG" val="#fgm#"/>
  <p:tag name="KSO_WM_UNIT_INDEX" val="2"/>
  <p:tag name="KSO_WM_UNIT_TEXT_TYPE" val="1"/>
  <p:tag name="KSO_WM_UNIT_TYPE" val="a"/>
  <p:tag name="KSO_WM_LAYOUT_CHECK_HASH" val="2a36f9384d322461d1823036c3bfde91d922236d"/>
  <p:tag name="KSO_WM_NEWLAYOUT_ID" val="slide_5e65b803a1c10ff4"/>
</p:tagLst>
</file>

<file path=ppt/tags/tag1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8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1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9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1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95.xml><?xml version="1.0" encoding="utf-8"?>
<p:tagLst xmlns:p="http://schemas.openxmlformats.org/presentationml/2006/main">
  <p:tag name="KSO_WM_BEAUTIFY_FLAG" val="#fgm#"/>
  <p:tag name="KSO_WM_FIGMA_FLAG" val="#fgm#"/>
  <p:tag name="KSO_WM_UNIT_INDEX" val="2"/>
  <p:tag name="KSO_WM_UNIT_TEXT_TYPE" val="1"/>
  <p:tag name="KSO_WM_UNIT_TYPE" val="a"/>
  <p:tag name="KSO_WM_LAYOUT_CHECK_HASH" val="7e6b07bcab9c1cbf1f0d1d33bb78f70e36032766"/>
  <p:tag name="KSO_WM_NEWLAYOUT_ID" val="slide_e1ac597c3f8feea9"/>
</p:tagLst>
</file>

<file path=ppt/tags/tag1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9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1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0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2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0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2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0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06.xml><?xml version="1.0" encoding="utf-8"?>
<p:tagLst xmlns:p="http://schemas.openxmlformats.org/presentationml/2006/main">
  <p:tag name="KSO_WM_BEAUTIFY_FLAG" val="#fgm#"/>
  <p:tag name="KSO_WM_FIGMA_FLAG" val="#fgm#"/>
  <p:tag name="KSO_WM_UNIT_INDEX" val="2"/>
  <p:tag name="KSO_WM_UNIT_TEXT_TYPE" val="1"/>
  <p:tag name="KSO_WM_UNIT_TYPE" val="a"/>
  <p:tag name="KSO_WM_LAYOUT_CHECK_HASH" val="3c0576c76ac09d8b00ffadf5a3dae502d7eee646"/>
  <p:tag name="KSO_WM_NEWLAYOUT_ID" val="slide_41030c1ef11493f6"/>
</p:tagLst>
</file>

<file path=ppt/tags/tag2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0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2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1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2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1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2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21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2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1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a34f39b0f57225eae2ab00d8816958fa6669c166"/>
  <p:tag name="KSO_WM_NEWLAYOUT_ID" val="slide_f6eba500053b1ebb"/>
</p:tagLst>
</file>

<file path=ppt/tags/tag2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2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2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2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63a08ede37e44c7bf26bd4ab1678c2a61082d961"/>
  <p:tag name="KSO_WM_NEWLAYOUT_ID" val="slide_16e3c7e9f5c87664"/>
</p:tagLst>
</file>

<file path=ppt/tags/tag2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2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2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3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2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2fa966edd601908493ea872df859186a58318e8e"/>
  <p:tag name="KSO_WM_NEWLAYOUT_ID" val="slide_063b19861dc0a508"/>
</p:tagLst>
</file>

<file path=ppt/tags/tag2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3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2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3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2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4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2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4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df3e0c35c1ec2267373f9c62811257d1864d125a"/>
  <p:tag name="KSO_WM_NEWLAYOUT_ID" val="slide_61223ae7a7f7aefc"/>
</p:tagLst>
</file>

<file path=ppt/tags/tag2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4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2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4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2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5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2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25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2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6bdc804e7abf0c8c854756807082f64502966170"/>
  <p:tag name="KSO_WM_NEWLAYOUT_ID" val="slide_cea45c27deb23863"/>
</p:tagLst>
</file>

<file path=ppt/tags/tag2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6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2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6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2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6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2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26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2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27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5_2"/>
  <p:tag name="KSO_WM_UNIT_TYPE" val="l_h_i"/>
</p:tagLst>
</file>

<file path=ppt/tags/tag2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2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7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b43f9bff6bc3de7ac536b5d9753c66504f5468e0"/>
  <p:tag name="KSO_WM_NEWLAYOUT_ID" val="slide_ba60fb0293b23fda"/>
</p:tagLst>
</file>

<file path=ppt/tags/tag2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7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2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8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2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8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2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28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2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28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5_2"/>
  <p:tag name="KSO_WM_UNIT_TYPE" val="l_h_i"/>
</p:tagLst>
</file>

<file path=ppt/tags/tag2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2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SUBTYPE" val="d"/>
  <p:tag name="KSO_WM_UNIT_TYPE" val="l_h_i"/>
</p:tagLst>
</file>

<file path=ppt/tags/tag29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6_2"/>
  <p:tag name="KSO_WM_UNIT_TYPE" val="l_h_i"/>
</p:tagLst>
</file>

<file path=ppt/tags/tag2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2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6eb309bd17d524613f1f68b5a480977242146b93"/>
  <p:tag name="KSO_WM_NEWLAYOUT_ID" val="slide_0e3ab8503af4c08e"/>
</p:tagLst>
</file>

<file path=ppt/tags/tag29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e"/>
</p:tagLst>
</file>

<file path=ppt/tags/tag29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6b1a5cea7e282846f6f28a7c7d125af8d1d2c733"/>
  <p:tag name="KSO_WM_NEWLAYOUT_ID" val="slide_8d1615941f9e1a55"/>
</p:tagLst>
</file>

<file path=ppt/tags/tag29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e"/>
</p:tagLst>
</file>

<file path=ppt/tags/tag29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45e089c6a8b7aaea6dcb501abd93ccdadc2518e2"/>
  <p:tag name="KSO_WM_NEWLAYOUT_ID" val="slide_d635315789958f2d"/>
</p:tagLst>
</file>

<file path=ppt/tags/tag29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e"/>
</p:tagLst>
</file>

<file path=ppt/tags/tag300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</p:tagLst>
</file>

<file path=ppt/tags/tag301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cb3727a3ccda6fbd62845b63ee57805b627527ac"/>
  <p:tag name="KSO_WM_NEWLAYOUT_ID" val="slide_06be46c9219ad451"/>
</p:tagLst>
</file>

<file path=ppt/tags/tag302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</p:tagLst>
</file>

<file path=ppt/tags/tag303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e1ecc87f8bd910b3ae92edebe536c6cb385c8a01"/>
  <p:tag name="KSO_WM_NEWLAYOUT_ID" val="slide_47de9d0eaa58c516"/>
</p:tagLst>
</file>

<file path=ppt/tags/tag304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</p:tagLst>
</file>

<file path=ppt/tags/tag305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d088e9d5e780c32602ffa87ee411d7ed631decd8"/>
  <p:tag name="KSO_WM_NEWLAYOUT_ID" val="slide_2f1bc384a532e0ce"/>
</p:tagLst>
</file>

<file path=ppt/tags/tag306.xml><?xml version="1.0" encoding="utf-8"?>
<p:tagLst xmlns:p="http://schemas.openxmlformats.org/presentationml/2006/main">
  <p:tag name="KSO_WM_AITEMPLATE_STYLE_ID" val="0"/>
</p:tagLst>
</file>

<file path=ppt/tags/tag307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</p:tagLst>
</file>

<file path=ppt/tags/tag308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2c4331b4bac83d72409c556d53d6712f13322c60"/>
  <p:tag name="KSO_WM_NEWLAYOUT_ID" val="slide_7d1b418b74e2b859"/>
</p:tagLst>
</file>

<file path=ppt/tags/tag309.xml><?xml version="1.0" encoding="utf-8"?>
<p:tagLst xmlns:p="http://schemas.openxmlformats.org/presentationml/2006/main"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</p:tagLst>
</file>

<file path=ppt/tags/tag310.xml><?xml version="1.0" encoding="utf-8"?>
<p:tagLst xmlns:p="http://schemas.openxmlformats.org/presentationml/2006/main">
  <p:tag name="KSO_WM_SLIDE_CONTENT_ORIENTATION" val="mid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7d1b418b74e2b859"/>
</p:tagLst>
</file>

<file path=ppt/tags/tag3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31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b43f9bff6bc3de7ac536b5d9753c66504f5468e0"/>
  <p:tag name="KSO_WM_NEWLAYOUT_ID" val="slide_ba60fb0293b23fda"/>
</p:tagLst>
</file>

<file path=ppt/tags/tag3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31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3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3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31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3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3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32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3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3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32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3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32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5_2"/>
  <p:tag name="KSO_WM_UNIT_TYPE" val="l_h_i"/>
</p:tagLst>
</file>

<file path=ppt/tags/tag3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3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SUBTYPE" val="d"/>
  <p:tag name="KSO_WM_UNIT_TYPE" val="l_h_i"/>
</p:tagLst>
</file>

<file path=ppt/tags/tag32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6_2"/>
  <p:tag name="KSO_WM_UNIT_TYPE" val="l_h_i"/>
</p:tagLst>
</file>

<file path=ppt/tags/tag3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331.xml><?xml version="1.0" encoding="utf-8"?>
<p:tagLst xmlns:p="http://schemas.openxmlformats.org/presentationml/2006/main">
  <p:tag name="KSO_WM_SLIDE_CONTENT_ORIENTATION" val=""/>
  <p:tag name="KSO_WM_SLIDE_HAS_MASK" val="0"/>
  <p:tag name="KSO_WM_SLIDE_ITEM_CNT" val="6"/>
  <p:tag name="KSO_WM_SLIDE_TYPE" val="contents"/>
  <p:tag name="KSO_WM_TEMPLATE_SUBCATEGORY" val="29"/>
  <p:tag name="KSO_WM_BEAUTIFY_FLAG" val="#wm#"/>
  <p:tag name="KSO_WM_TEMPLATE_SLIDE_ID" val="slide_ba60fb0293b23fda"/>
</p:tagLst>
</file>

<file path=ppt/tags/tag3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6b1a5cea7e282846f6f28a7c7d125af8d1d2c733"/>
  <p:tag name="KSO_WM_NEWLAYOUT_ID" val="slide_8d1615941f9e1a55"/>
</p:tagLst>
</file>

<file path=ppt/tags/tag3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e"/>
  <p:tag name="KSO_WM_UNIT_PRESET_TEXT" val="01"/>
</p:tagLst>
</file>

<file path=ppt/tags/tag334.xml><?xml version="1.0" encoding="utf-8"?>
<p:tagLst xmlns:p="http://schemas.openxmlformats.org/presentationml/2006/main">
  <p:tag name="KSO_WM_SLIDE_CONTENT_ORIENTATION" val="mid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</p:tagLst>
</file>

<file path=ppt/tags/tag33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cce937c5a596a8712352e754d50bc0fe3a6d4cf"/>
  <p:tag name="KSO_WM_NEWLAYOUT_GROUP_ID" val="layout_32"/>
  <p:tag name="KSO_WM_NEWLAYOUT_ID" val="slide_f95b87826d1fb558"/>
  <p:tag name="KSO_WM_UNIT_PRESET_TEXT" val="单击此处添加标题"/>
</p:tagLst>
</file>

<file path=ppt/tags/tag33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37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</p:tagLst>
</file>

<file path=ppt/tags/tag338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3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41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42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</p:tagLst>
</file>

<file path=ppt/tags/tag343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3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46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347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</p:tagLst>
</file>

<file path=ppt/tags/tag348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3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5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352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</p:tagLst>
</file>

<file path=ppt/tags/tag353.xml><?xml version="1.0" encoding="utf-8"?>
<p:tagLst xmlns:p="http://schemas.openxmlformats.org/presentationml/2006/main">
  <p:tag name="KSO_WM_FIGMA_DECORATION_INDEX" val="10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3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3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356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0"/>
  <p:tag name="KSO_WM_TEMPLATE_SLIDE_ID" val="slide_f95b87826d1fb558"/>
</p:tagLst>
</file>

<file path=ppt/tags/tag3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1b944e711185a45c57463d1c8f787c1df25d100"/>
  <p:tag name="KSO_WM_NEWLAYOUT_GROUP_ID" val="layout_35"/>
  <p:tag name="KSO_WM_NEWLAYOUT_ID" val="slide_3a8d68c4cb9e2e1d"/>
  <p:tag name="KSO_WM_UNIT_PRESET_TEXT" val="单击此处添加标题"/>
</p:tagLst>
</file>

<file path=ppt/tags/tag3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3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3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  <p:tag name="KSO_WM_UNIT_PRESET_TEXT" val="03"/>
</p:tagLst>
</file>

<file path=ppt/tags/tag3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67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3a8d68c4cb9e2e1d"/>
</p:tagLst>
</file>

<file path=ppt/tags/tag36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6b1a5cea7e282846f6f28a7c7d125af8d1d2c733"/>
  <p:tag name="KSO_WM_NEWLAYOUT_ID" val="slide_8d1615941f9e1a55"/>
</p:tagLst>
</file>

<file path=ppt/tags/tag36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e"/>
  <p:tag name="KSO_WM_UNIT_PRESET_TEXT" val="01"/>
</p:tagLst>
</file>

<file path=ppt/tags/tag370.xml><?xml version="1.0" encoding="utf-8"?>
<p:tagLst xmlns:p="http://schemas.openxmlformats.org/presentationml/2006/main">
  <p:tag name="KSO_WM_SLIDE_CONTENT_ORIENTATION" val="mid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</p:tagLst>
</file>

<file path=ppt/tags/tag37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f1934ff2690dd82ba5b90f00275793bafda95d0"/>
  <p:tag name="KSO_WM_NEWLAYOUT_GROUP_ID" val="layout_49"/>
  <p:tag name="KSO_WM_NEWLAYOUT_ID" val="slide_c2bbdeee6f9d8775"/>
  <p:tag name="KSO_WM_UNIT_PRESET_TEXT" val="单击此处添加标题"/>
</p:tagLst>
</file>

<file path=ppt/tags/tag372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3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3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76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3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80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3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  <p:tag name="KSO_WM_UNIT_PRESET_TEXT" val="03"/>
</p:tagLst>
</file>

<file path=ppt/tags/tag3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84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c2bbdeee6f9d8775"/>
</p:tagLst>
</file>

<file path=ppt/tags/tag38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27481afe6963259fb99e00a969064dc59103a35"/>
  <p:tag name="KSO_WM_NEWLAYOUT_GROUP_ID" val="layout_42"/>
  <p:tag name="KSO_WM_NEWLAYOUT_ID" val="slide_612acce709c55489"/>
  <p:tag name="KSO_WM_UNIT_PRESET_TEXT" val="单击此处添加标题"/>
</p:tagLst>
</file>

<file path=ppt/tags/tag3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511/c3ba1253-e55e-4d9f-bf8e-b70285411b36.jpg?Expires=1794216522\u0026AWSAccessKeyId=AKLT9NSy7kh8TIS1UzNqLRY2\u0026Signature=7rmxXHpZTfrtBtdqjDyK6lmsihU%3D&quot;,&quot;product_name&quot;:&quot;kdocs-wpp-wpspc&quot;,&quot;intention_code&quot;:&quot;kdocs_wpp_generate_outline_pay&quot;}*auto_qingqiu_ai_v2.1.6_ONLINE*6430363030633632626231303435373663626466363735343265393466623536-slide-17"/>
</p:tagLst>
</file>

<file path=ppt/tags/tag38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3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9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9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612acce709c55489"/>
</p:tagLst>
</file>

<file path=ppt/tags/tag3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6b1a5cea7e282846f6f28a7c7d125af8d1d2c733"/>
  <p:tag name="KSO_WM_NEWLAYOUT_ID" val="slide_8d1615941f9e1a55"/>
</p:tagLst>
</file>

<file path=ppt/tags/tag39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e"/>
  <p:tag name="KSO_WM_UNIT_PRESET_TEXT" val="01"/>
</p:tagLst>
</file>

<file path=ppt/tags/tag396.xml><?xml version="1.0" encoding="utf-8"?>
<p:tagLst xmlns:p="http://schemas.openxmlformats.org/presentationml/2006/main">
  <p:tag name="KSO_WM_SLIDE_CONTENT_ORIENTATION" val="mid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</p:tagLst>
</file>

<file path=ppt/tags/tag39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847a8e6db6455dcef4452f017605312b7f68b60"/>
  <p:tag name="KSO_WM_NEWLAYOUT_GROUP_ID" val="layout_26"/>
  <p:tag name="KSO_WM_NEWLAYOUT_ID" val="slide_351695b9d561403a"/>
  <p:tag name="KSO_WM_UNIT_PRESET_TEXT" val="单击此处添加标题"/>
</p:tagLst>
</file>

<file path=ppt/tags/tag39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511/a6bfbbbc-f245-4910-add0-3b1bbc2db52e.jpg?Expires=1794216524\u0026AWSAccessKeyId=AKLT9NSy7kh8TIS1UzNqLRY2\u0026Signature=XUZZldZqOfSxqYmu%2B0Ipl%2B0W1qw%3D&quot;,&quot;product_name&quot;:&quot;kdocs-wpp-wpspc&quot;,&quot;intention_code&quot;:&quot;kdocs_wpp_generate_outline_pay&quot;}*auto_qingqiu_ai_v2.1.6_ONLINE*6430363030633632626231303435373663626466363735343265393466623536-slide-19"/>
</p:tagLst>
</file>

<file path=ppt/tags/tag4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0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4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511/8e334600-fe37-452b-90b1-f67db6995860.jpg?Expires=1794216523\u0026AWSAccessKeyId=AKLT9NSy7kh8TIS1UzNqLRY2\u0026Signature=1D4zBXiMcb3EvitkZZmGfNDMJIY%3D&quot;,&quot;product_name&quot;:&quot;kdocs-wpp-wpspc&quot;,&quot;intention_code&quot;:&quot;kdocs_wpp_generate_outline_pay&quot;}*auto_qingqiu_ai_v2.1.6_ONLINE*6430363030633632626231303435373663626466363735343265393466623536-slide-19"/>
</p:tagLst>
</file>

<file path=ppt/tags/tag4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06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351695b9d561403a"/>
</p:tagLst>
</file>

<file path=ppt/tags/tag40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9c77599a69cc92cd435244120df8ea704408b33"/>
  <p:tag name="KSO_WM_NEWLAYOUT_GROUP_ID" val="layout_62"/>
  <p:tag name="KSO_WM_NEWLAYOUT_ID" val="slide_200f6023f42ff4b4"/>
  <p:tag name="KSO_WM_UNIT_PRESET_TEXT" val="单击此处添加标题"/>
</p:tagLst>
</file>

<file path=ppt/tags/tag40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511/3b8911d0-59e3-4064-afa9-93df248eaa31.jpg?Expires=1794216523\u0026AWSAccessKeyId=AKLT9NSy7kh8TIS1UzNqLRY2\u0026Signature=1Uc8g5bRtfaLwIr8gV6BS0SfdTw%3D&quot;,&quot;product_name&quot;:&quot;kdocs-wpp-wpspc&quot;,&quot;intention_code&quot;:&quot;kdocs_wpp_generate_outline_pay&quot;}*auto_qingqiu_ai_v2.1.6_ONLINE*6430363030633632626231303435373663626466363735343265393466623536-slide-20"/>
</p:tagLst>
</file>

<file path=ppt/tags/tag40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添加项标题"/>
</p:tagLst>
</file>

<file path=ppt/tags/tag4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1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4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添加项标题"/>
</p:tagLst>
</file>

<file path=ppt/tags/tag4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1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200f6023f42ff4b4"/>
</p:tagLst>
</file>

<file path=ppt/tags/tag41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6b1a5cea7e282846f6f28a7c7d125af8d1d2c733"/>
  <p:tag name="KSO_WM_NEWLAYOUT_ID" val="slide_8d1615941f9e1a55"/>
</p:tagLst>
</file>

<file path=ppt/tags/tag41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e"/>
  <p:tag name="KSO_WM_UNIT_PRESET_TEXT" val="01"/>
</p:tagLst>
</file>

<file path=ppt/tags/tag418.xml><?xml version="1.0" encoding="utf-8"?>
<p:tagLst xmlns:p="http://schemas.openxmlformats.org/presentationml/2006/main">
  <p:tag name="KSO_WM_SLIDE_CONTENT_ORIENTATION" val="mid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</p:tagLst>
</file>

<file path=ppt/tags/tag41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0934916e337d9f9d22f8970972fe2f08dd43e4b"/>
  <p:tag name="KSO_WM_NEWLAYOUT_GROUP_ID" val="layout_51"/>
  <p:tag name="KSO_WM_NEWLAYOUT_ID" val="slide_54fafa5e2dac5e66"/>
  <p:tag name="KSO_WM_UNIT_PRESET_TEXT" val="单击此处添加标题"/>
</p:tagLst>
</file>

<file path=ppt/tags/tag4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511/c5cea04d-abed-4d08-81f5-3e80bb5ae895.jpg?Expires=1794216524\u0026AWSAccessKeyId=AKLT9NSy7kh8TIS1UzNqLRY2\u0026Signature=Sh4Hqq16m8j33V%2F%2BsU5oJdXy950%3D&quot;,&quot;product_name&quot;:&quot;kdocs-wpp-wpspc&quot;,&quot;intention_code&quot;:&quot;kdocs_wpp_generate_outline_pay&quot;}*auto_qingqiu_ai_v2.1.6_ONLINE*6430363030633632626231303435373663626466363735343265393466623536-slide-22"/>
</p:tagLst>
</file>

<file path=ppt/tags/tag4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2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54fafa5e2dac5e66"/>
</p:tagLst>
</file>

<file path=ppt/tags/tag42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1b3a789d61760d11822ec35605cea8e78484724"/>
  <p:tag name="KSO_WM_NEWLAYOUT_GROUP_ID" val="layout_48"/>
  <p:tag name="KSO_WM_NEWLAYOUT_ID" val="slide_10d253ff511e52b1"/>
  <p:tag name="KSO_WM_UNIT_PRESET_TEXT" val="单击此处添加标题"/>
</p:tagLst>
</file>

<file path=ppt/tags/tag42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511/12d05b90-9423-49bb-97e5-d4dff8fcd1b2.jpg?Expires=1794216524\u0026AWSAccessKeyId=AKLT9NSy7kh8TIS1UzNqLRY2\u0026Signature=OFQHj%2FoNnNl9x1xrE%2BVbfGwdNp4%3D&quot;,&quot;product_name&quot;:&quot;kdocs-wpp-wpspc&quot;,&quot;intention_code&quot;:&quot;kdocs_wpp_generate_outline_pay&quot;}*auto_qingqiu_ai_v2.1.6_ONLINE*6430363030633632626231303435373663626466363735343265393466623536-slide-23"/>
</p:tagLst>
</file>

<file path=ppt/tags/tag4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3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4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511/8a0bb8f1-4a68-4250-acf5-d94b00fb7b51.jpg?Expires=1794216524\u0026AWSAccessKeyId=AKLT9NSy7kh8TIS1UzNqLRY2\u0026Signature=cNB6Z7yFVbr%2Blhn2OegInhg5m4Y%3D&quot;,&quot;product_name&quot;:&quot;kdocs-wpp-wpspc&quot;,&quot;intention_code&quot;:&quot;kdocs_wpp_generate_outline_pay&quot;}*auto_qingqiu_ai_v2.1.6_ONLINE*6430363030633632626231303435373663626466363735343265393466623536-slide-23"/>
</p:tagLst>
</file>

<file path=ppt/tags/tag4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3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10d253ff511e52b1"/>
</p:tagLst>
</file>

<file path=ppt/tags/tag4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004eeaccbed1870d1d9dd2b23144c99a6e3c00f"/>
  <p:tag name="KSO_WM_NEWLAYOUT_GROUP_ID" val="layout_10009"/>
  <p:tag name="KSO_WM_NEWLAYOUT_ID" val="slide_6977251e26b74a7b"/>
  <p:tag name="KSO_WM_UNIT_PRESET_TEXT" val="单击此处添加标题"/>
</p:tagLst>
</file>

<file path=ppt/tags/tag4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511/81ed5e08-0b2f-4b9f-a7f0-9383b66ae350.jpg?Expires=1794216523\u0026AWSAccessKeyId=AKLT9NSy7kh8TIS1UzNqLRY2\u0026Signature=doks2zbps74monWNdQ0uz23IK3U%3D&quot;,&quot;product_name&quot;:&quot;kdocs-wpp-wpspc&quot;,&quot;intention_code&quot;:&quot;kdocs_wpp_generate_outline_pay&quot;}*auto_qingqiu_ai_v2.1.6_ONLINE*6430363030633632626231303435373663626466363735343265393466623536-slide-24"/>
</p:tagLst>
</file>

<file path=ppt/tags/tag4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511/0693e891-af2c-4613-9b07-8acc0f122251.jpg?Expires=1794216523\u0026AWSAccessKeyId=AKLT9NSy7kh8TIS1UzNqLRY2\u0026Signature=yqMKiliCXSl3LFlIoEChYoLnIx0%3D&quot;,&quot;product_name&quot;:&quot;kdocs-wpp-wpspc&quot;,&quot;intention_code&quot;:&quot;kdocs_wpp_generate_outline_pay&quot;}*auto_qingqiu_ai_v2.1.6_ONLINE*6430363030633632626231303435373663626466363735343265393466623536-slide-24"/>
</p:tagLst>
</file>

<file path=ppt/tags/tag4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4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6977251e26b74a7b"/>
</p:tagLst>
</file>

<file path=ppt/tags/tag4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6b1a5cea7e282846f6f28a7c7d125af8d1d2c733"/>
  <p:tag name="KSO_WM_NEWLAYOUT_ID" val="slide_8d1615941f9e1a55"/>
</p:tagLst>
</file>

<file path=ppt/tags/tag44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e"/>
  <p:tag name="KSO_WM_UNIT_PRESET_TEXT" val="01"/>
</p:tagLst>
</file>

<file path=ppt/tags/tag446.xml><?xml version="1.0" encoding="utf-8"?>
<p:tagLst xmlns:p="http://schemas.openxmlformats.org/presentationml/2006/main">
  <p:tag name="KSO_WM_SLIDE_CONTENT_ORIENTATION" val="mid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</p:tagLst>
</file>

<file path=ppt/tags/tag44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fff2f312dafec77d72a0bd5e6c92886761e097d"/>
  <p:tag name="KSO_WM_NEWLAYOUT_GROUP_ID" val="layout_27"/>
  <p:tag name="KSO_WM_NEWLAYOUT_ID" val="slide_bbec08b93f7bcfad"/>
  <p:tag name="KSO_WM_UNIT_PRESET_TEXT" val="单击此处添加标题"/>
</p:tagLst>
</file>

<file path=ppt/tags/tag448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4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52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4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4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56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4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  <p:tag name="KSO_WM_UNIT_PRESET_TEXT" val="03"/>
</p:tagLst>
</file>

<file path=ppt/tags/tag4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60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bbec08b93f7bcfad"/>
</p:tagLst>
</file>

<file path=ppt/tags/tag46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6b1a5cea7e282846f6f28a7c7d125af8d1d2c733"/>
  <p:tag name="KSO_WM_NEWLAYOUT_ID" val="slide_8d1615941f9e1a55"/>
</p:tagLst>
</file>

<file path=ppt/tags/tag46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e"/>
  <p:tag name="KSO_WM_UNIT_PRESET_TEXT" val="01"/>
</p:tagLst>
</file>

<file path=ppt/tags/tag463.xml><?xml version="1.0" encoding="utf-8"?>
<p:tagLst xmlns:p="http://schemas.openxmlformats.org/presentationml/2006/main">
  <p:tag name="KSO_WM_SLIDE_CONTENT_ORIENTATION" val="mid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</p:tagLst>
</file>

<file path=ppt/tags/tag464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</p:tagLst>
</file>

<file path=ppt/tags/tag465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e1ecc87f8bd910b3ae92edebe536c6cb385c8a01"/>
  <p:tag name="KSO_WM_NEWLAYOUT_ID" val="slide_47de9d0eaa58c516"/>
</p:tagLst>
</file>

<file path=ppt/tags/tag466.xml><?xml version="1.0" encoding="utf-8"?>
<p:tagLst xmlns:p="http://schemas.openxmlformats.org/presentationml/2006/main">
  <p:tag name="KSO_WM_SLIDE_CONTENT_ORIENTATION" val="mid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47de9d0eaa58c516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">
      <a:dk1>
        <a:srgbClr val="000000"/>
      </a:dk1>
      <a:lt1>
        <a:srgbClr val="FFFFFF"/>
      </a:lt1>
      <a:dk2>
        <a:srgbClr val="1B3F55"/>
      </a:dk2>
      <a:lt2>
        <a:srgbClr val="E5F0F7"/>
      </a:lt2>
      <a:accent1>
        <a:srgbClr val="69A8CF"/>
      </a:accent1>
      <a:accent2>
        <a:srgbClr val="DF6F63"/>
      </a:accent2>
      <a:accent3>
        <a:srgbClr val="928395"/>
      </a:accent3>
      <a:accent4>
        <a:srgbClr val="D2CD70"/>
      </a:accent4>
      <a:accent5>
        <a:srgbClr val="AC83C3"/>
      </a:accent5>
      <a:accent6>
        <a:srgbClr val="90A8C6"/>
      </a:accent6>
      <a:hlink>
        <a:srgbClr val="304FFE"/>
      </a:hlink>
      <a:folHlink>
        <a:srgbClr val="492067"/>
      </a:folHlink>
    </a:clrScheme>
    <a:fontScheme name="">
      <a:majorFont>
        <a:latin typeface="Microsoft YaHei UI"/>
        <a:ea typeface="Microsoft YaHei UI"/>
        <a:cs typeface=""/>
      </a:majorFont>
      <a:minorFont>
        <a:latin typeface="Microsoft YaHei UI"/>
        <a:ea typeface="Microsoft YaHei UI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2842</Words>
  <Application>WPS Office WWO_wpscloud_20251105180149-0b0f449aab</Application>
  <PresentationFormat>宽屏</PresentationFormat>
  <Paragraphs>232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汉仪旗黑KW 55S</vt:lpstr>
      <vt:lpstr>汉仪书宋二KW</vt:lpstr>
      <vt:lpstr>Kingsoft Confetti</vt:lpstr>
      <vt:lpstr>Microsoft YaHei UI</vt:lpstr>
      <vt:lpstr>Office 主题</vt:lpstr>
      <vt:lpstr>WPS</vt:lpstr>
      <vt:lpstr>校园互助平台PPT大纲（12页精简版，基于《需求规格说明书.docx》）</vt:lpstr>
      <vt:lpstr>目录</vt:lpstr>
      <vt:lpstr>项目背景与目标</vt:lpstr>
      <vt:lpstr>校园现存痛点</vt:lpstr>
      <vt:lpstr>核心目标</vt:lpstr>
      <vt:lpstr>目标用户、范围与技术架构</vt:lpstr>
      <vt:lpstr>目标用户与应用范围</vt:lpstr>
      <vt:lpstr>系统技术架构</vt:lpstr>
      <vt:lpstr>核心功能详情</vt:lpstr>
      <vt:lpstr>用户与二手交易模块</vt:lpstr>
      <vt:lpstr>跑腿代购与拼车模块</vt:lpstr>
      <vt:lpstr>关键特性、界面交互与验收规划</vt:lpstr>
      <vt:lpstr>关键特性（可用性与安全性）</vt:lpstr>
      <vt:lpstr>界面与交互设计</vt:lpstr>
      <vt:lpstr>验收标准与后续规划</vt:lpstr>
      <vt:lpstr>总结</vt:lpstr>
      <vt:lpstr>核心价值总结</vt:lpstr>
      <vt:lpstr>致谢</vt:lpstr>
      <vt:lpstr>谢谢观看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校园互助平台《需求规格说明书.》）</dc:title>
  <dc:creator/>
  <cp:lastModifiedBy/>
  <dcterms:created xsi:type="dcterms:W3CDTF">2025-11-09T09:43:05Z</dcterms:created>
  <dcterms:modified xsi:type="dcterms:W3CDTF">2025-11-09T09:43:05Z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2052-12.9.0.23627</vt:lpwstr>
  </property>
  <property fmtid="{D5CDD505-2E9C-101B-9397-08002B2CF9AE}" pid="3" name="ICV">
    <vt:lpwstr>B75C98F4C40948689CB49D1002CA5FAC</vt:lpwstr>
  </property>
</Properties>
</file>